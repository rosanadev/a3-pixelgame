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33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</p:sldMasterIdLst>
  <p:sldIdLst>
    <p:sldId id="256" r:id="rId43"/>
    <p:sldId id="257" r:id="rId44"/>
    <p:sldId id="258" r:id="rId4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" Target="slides/slide1.xml"/><Relationship Id="rId44" Type="http://schemas.openxmlformats.org/officeDocument/2006/relationships/slide" Target="slides/slide2.xml"/><Relationship Id="rId45" Type="http://schemas.openxmlformats.org/officeDocument/2006/relationships/slide" Target="slides/slide3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702000" y="2077920"/>
            <a:ext cx="3602520" cy="17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702000" y="2077920"/>
            <a:ext cx="3602520" cy="17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702000" y="2077920"/>
            <a:ext cx="1757880" cy="17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2548080" y="2077920"/>
            <a:ext cx="1757880" cy="17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0;p2"/>
          <p:cNvSpPr/>
          <p:nvPr/>
        </p:nvSpPr>
        <p:spPr>
          <a:xfrm>
            <a:off x="2831400" y="-141480"/>
            <a:ext cx="6410880" cy="6132240"/>
          </a:xfrm>
          <a:custGeom>
            <a:avLst/>
            <a:gdLst>
              <a:gd name="textAreaLeft" fmla="*/ 0 w 6410880"/>
              <a:gd name="textAreaRight" fmla="*/ 641124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50800" y="1139040"/>
            <a:ext cx="3717720" cy="20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5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5000" spc="-1" strike="noStrike">
                <a:solidFill>
                  <a:srgbClr val="000000"/>
                </a:solidFill>
                <a:latin typeface="Arial"/>
              </a:rPr>
              <a:t>para editar </a:t>
            </a:r>
            <a:r>
              <a:rPr b="0" lang="pt-BR" sz="5000" spc="-1" strike="noStrike">
                <a:solidFill>
                  <a:srgbClr val="000000"/>
                </a:solidFill>
                <a:latin typeface="Arial"/>
              </a:rPr>
              <a:t>o formato </a:t>
            </a:r>
            <a:r>
              <a:rPr b="0" lang="pt-BR" sz="5000" spc="-1" strike="noStrike">
                <a:solidFill>
                  <a:srgbClr val="000000"/>
                </a:solidFill>
                <a:latin typeface="Arial"/>
              </a:rPr>
              <a:t>do texto do </a:t>
            </a:r>
            <a:r>
              <a:rPr b="0" lang="pt-BR" sz="50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3;p2"/>
          <p:cNvSpPr/>
          <p:nvPr/>
        </p:nvSpPr>
        <p:spPr>
          <a:xfrm>
            <a:off x="7166880" y="32245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14;p2"/>
          <p:cNvSpPr/>
          <p:nvPr/>
        </p:nvSpPr>
        <p:spPr>
          <a:xfrm>
            <a:off x="5467680" y="1857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Google Shape;15;p2"/>
          <p:cNvSpPr/>
          <p:nvPr/>
        </p:nvSpPr>
        <p:spPr>
          <a:xfrm>
            <a:off x="1250640" y="45284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Google Shape;16;p2"/>
          <p:cNvSpPr/>
          <p:nvPr/>
        </p:nvSpPr>
        <p:spPr>
          <a:xfrm>
            <a:off x="-220320" y="-68724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17;p2"/>
          <p:cNvSpPr/>
          <p:nvPr/>
        </p:nvSpPr>
        <p:spPr>
          <a:xfrm>
            <a:off x="4362120" y="285480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" name="Google Shape;18;p2"/>
          <p:cNvGrpSpPr/>
          <p:nvPr/>
        </p:nvGrpSpPr>
        <p:grpSpPr>
          <a:xfrm>
            <a:off x="3414600" y="81720"/>
            <a:ext cx="947160" cy="947160"/>
            <a:chOff x="3414600" y="81720"/>
            <a:chExt cx="947160" cy="947160"/>
          </a:xfrm>
        </p:grpSpPr>
        <p:sp>
          <p:nvSpPr>
            <p:cNvPr id="9" name="Google Shape;19;p2"/>
            <p:cNvSpPr/>
            <p:nvPr/>
          </p:nvSpPr>
          <p:spPr>
            <a:xfrm>
              <a:off x="3414600" y="8172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Google Shape;20;p2"/>
            <p:cNvSpPr/>
            <p:nvPr/>
          </p:nvSpPr>
          <p:spPr>
            <a:xfrm>
              <a:off x="3745080" y="41184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" name="Google Shape;21;p2"/>
          <p:cNvSpPr/>
          <p:nvPr/>
        </p:nvSpPr>
        <p:spPr>
          <a:xfrm>
            <a:off x="2877480" y="475524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28;p11"/>
          <p:cNvSpPr/>
          <p:nvPr/>
        </p:nvSpPr>
        <p:spPr>
          <a:xfrm flipH="1">
            <a:off x="72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Google Shape;129;p11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42640" y="1173240"/>
            <a:ext cx="685836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9800" spc="-1" strike="noStrike">
                <a:solidFill>
                  <a:schemeClr val="dk1"/>
                </a:solidFill>
                <a:latin typeface="Montserrat"/>
                <a:ea typeface="Montserrat"/>
              </a:rPr>
              <a:t>xx</a:t>
            </a:r>
            <a:r>
              <a:rPr b="1" lang="pt-BR" sz="9800" spc="-1" strike="noStrike">
                <a:solidFill>
                  <a:schemeClr val="dk1"/>
                </a:solidFill>
                <a:latin typeface="Montserrat"/>
                <a:ea typeface="Montserrat"/>
              </a:rPr>
              <a:t>%</a:t>
            </a:r>
            <a:endParaRPr b="0" lang="pt-BR" sz="9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132;p11"/>
          <p:cNvSpPr/>
          <p:nvPr/>
        </p:nvSpPr>
        <p:spPr>
          <a:xfrm rot="10800000">
            <a:off x="3787920" y="-105588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Google Shape;133;p11"/>
          <p:cNvSpPr/>
          <p:nvPr/>
        </p:nvSpPr>
        <p:spPr>
          <a:xfrm flipH="1" rot="5400000">
            <a:off x="-3290040" y="-56196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Google Shape;134;p11"/>
          <p:cNvSpPr/>
          <p:nvPr/>
        </p:nvSpPr>
        <p:spPr>
          <a:xfrm rot="10800000">
            <a:off x="473040" y="-73008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35;p11"/>
          <p:cNvSpPr/>
          <p:nvPr/>
        </p:nvSpPr>
        <p:spPr>
          <a:xfrm rot="10800000">
            <a:off x="-822960" y="157356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36;p11"/>
          <p:cNvSpPr/>
          <p:nvPr/>
        </p:nvSpPr>
        <p:spPr>
          <a:xfrm rot="10800000">
            <a:off x="462960" y="469224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Google Shape;137;p11"/>
          <p:cNvSpPr/>
          <p:nvPr/>
        </p:nvSpPr>
        <p:spPr>
          <a:xfrm rot="10800000">
            <a:off x="3460320" y="434520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Google Shape;138;p11"/>
          <p:cNvSpPr/>
          <p:nvPr/>
        </p:nvSpPr>
        <p:spPr>
          <a:xfrm rot="10800000">
            <a:off x="8607960" y="-4021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Google Shape;139;p11"/>
          <p:cNvSpPr/>
          <p:nvPr/>
        </p:nvSpPr>
        <p:spPr>
          <a:xfrm flipH="1">
            <a:off x="8776800" y="241596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" name="Google Shape;140;p11"/>
          <p:cNvGrpSpPr/>
          <p:nvPr/>
        </p:nvGrpSpPr>
        <p:grpSpPr>
          <a:xfrm>
            <a:off x="7149240" y="4426920"/>
            <a:ext cx="1264680" cy="1264680"/>
            <a:chOff x="7149240" y="4426920"/>
            <a:chExt cx="1264680" cy="1264680"/>
          </a:xfrm>
        </p:grpSpPr>
        <p:sp>
          <p:nvSpPr>
            <p:cNvPr id="26" name="Google Shape;141;p11"/>
            <p:cNvSpPr/>
            <p:nvPr/>
          </p:nvSpPr>
          <p:spPr>
            <a:xfrm flipH="1">
              <a:off x="7148880" y="442692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42;p11"/>
            <p:cNvSpPr/>
            <p:nvPr/>
          </p:nvSpPr>
          <p:spPr>
            <a:xfrm flipH="1">
              <a:off x="7590600" y="486756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45;p13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146;p13"/>
          <p:cNvSpPr/>
          <p:nvPr/>
        </p:nvSpPr>
        <p:spPr>
          <a:xfrm flipH="1">
            <a:off x="974880" y="-231480"/>
            <a:ext cx="8427960" cy="5606280"/>
          </a:xfrm>
          <a:custGeom>
            <a:avLst/>
            <a:gdLst>
              <a:gd name="textAreaLeft" fmla="*/ -360 w 8427960"/>
              <a:gd name="textAreaRight" fmla="*/ 8427960 w 8427960"/>
              <a:gd name="textAreaTop" fmla="*/ 0 h 5606280"/>
              <a:gd name="textAreaBottom" fmla="*/ 5606640 h 5606280"/>
            </a:gdLst>
            <a:ahLst/>
            <a:rect l="textAreaLeft" t="textAreaTop" r="textAreaRight" b="textAreaBottom"/>
            <a:pathLst>
              <a:path w="104747" h="69676">
                <a:moveTo>
                  <a:pt x="0" y="1"/>
                </a:moveTo>
                <a:lnTo>
                  <a:pt x="0" y="69676"/>
                </a:lnTo>
                <a:lnTo>
                  <a:pt x="1799" y="69676"/>
                </a:lnTo>
                <a:cubicBezTo>
                  <a:pt x="5385" y="68581"/>
                  <a:pt x="10134" y="66536"/>
                  <a:pt x="15229" y="62693"/>
                </a:cubicBezTo>
                <a:cubicBezTo>
                  <a:pt x="25977" y="54592"/>
                  <a:pt x="20111" y="44816"/>
                  <a:pt x="30871" y="30850"/>
                </a:cubicBezTo>
                <a:cubicBezTo>
                  <a:pt x="41619" y="16883"/>
                  <a:pt x="59776" y="24984"/>
                  <a:pt x="85194" y="12973"/>
                </a:cubicBezTo>
                <a:cubicBezTo>
                  <a:pt x="96859" y="7464"/>
                  <a:pt x="102289" y="3978"/>
                  <a:pt x="104747" y="1822"/>
                </a:cubicBezTo>
                <a:lnTo>
                  <a:pt x="104747" y="1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991520" y="1754280"/>
            <a:ext cx="2580120" cy="4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5786640" y="1754280"/>
            <a:ext cx="2580120" cy="4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1991520" y="3094200"/>
            <a:ext cx="2580120" cy="4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5786640" y="3094200"/>
            <a:ext cx="2580120" cy="4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1068840" y="1852920"/>
            <a:ext cx="8226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title"/>
          </p:nvPr>
        </p:nvSpPr>
        <p:spPr>
          <a:xfrm>
            <a:off x="4868280" y="1858680"/>
            <a:ext cx="8226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title"/>
          </p:nvPr>
        </p:nvSpPr>
        <p:spPr>
          <a:xfrm>
            <a:off x="1068840" y="3193560"/>
            <a:ext cx="8226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title"/>
          </p:nvPr>
        </p:nvSpPr>
        <p:spPr>
          <a:xfrm>
            <a:off x="4868280" y="3198240"/>
            <a:ext cx="8226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9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60;p13"/>
          <p:cNvSpPr/>
          <p:nvPr/>
        </p:nvSpPr>
        <p:spPr>
          <a:xfrm flipH="1">
            <a:off x="-355680" y="37688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161;p13"/>
          <p:cNvSpPr/>
          <p:nvPr/>
        </p:nvSpPr>
        <p:spPr>
          <a:xfrm flipH="1">
            <a:off x="8037360" y="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162;p13"/>
          <p:cNvSpPr/>
          <p:nvPr/>
        </p:nvSpPr>
        <p:spPr>
          <a:xfrm flipH="1">
            <a:off x="1440000" y="-2127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63;p13"/>
          <p:cNvSpPr/>
          <p:nvPr/>
        </p:nvSpPr>
        <p:spPr>
          <a:xfrm flipH="1">
            <a:off x="4165920" y="-81432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64;p13"/>
          <p:cNvSpPr/>
          <p:nvPr/>
        </p:nvSpPr>
        <p:spPr>
          <a:xfrm flipH="1">
            <a:off x="4296240" y="459720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165;p13"/>
          <p:cNvSpPr/>
          <p:nvPr/>
        </p:nvSpPr>
        <p:spPr>
          <a:xfrm flipH="1">
            <a:off x="816120" y="469188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166;p13"/>
          <p:cNvSpPr/>
          <p:nvPr/>
        </p:nvSpPr>
        <p:spPr>
          <a:xfrm>
            <a:off x="-300600" y="105984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" name="Google Shape;167;p13"/>
          <p:cNvGrpSpPr/>
          <p:nvPr/>
        </p:nvGrpSpPr>
        <p:grpSpPr>
          <a:xfrm>
            <a:off x="7878960" y="4237920"/>
            <a:ext cx="1264680" cy="1264680"/>
            <a:chOff x="7878960" y="4237920"/>
            <a:chExt cx="1264680" cy="1264680"/>
          </a:xfrm>
        </p:grpSpPr>
        <p:sp>
          <p:nvSpPr>
            <p:cNvPr id="47" name="Google Shape;168;p13"/>
            <p:cNvSpPr/>
            <p:nvPr/>
          </p:nvSpPr>
          <p:spPr>
            <a:xfrm>
              <a:off x="7878960" y="42379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Google Shape;169;p13"/>
            <p:cNvSpPr/>
            <p:nvPr/>
          </p:nvSpPr>
          <p:spPr>
            <a:xfrm>
              <a:off x="8319600" y="46785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9" name="PlaceHolder 10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71;p14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72;p14"/>
          <p:cNvSpPr/>
          <p:nvPr/>
        </p:nvSpPr>
        <p:spPr>
          <a:xfrm rot="14026800">
            <a:off x="-206640" y="16236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173;p14"/>
          <p:cNvSpPr/>
          <p:nvPr/>
        </p:nvSpPr>
        <p:spPr>
          <a:xfrm rot="10800000">
            <a:off x="4488840" y="-2689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174;p14"/>
          <p:cNvSpPr/>
          <p:nvPr/>
        </p:nvSpPr>
        <p:spPr>
          <a:xfrm rot="14026800">
            <a:off x="1036080" y="94212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175;p14"/>
          <p:cNvSpPr/>
          <p:nvPr/>
        </p:nvSpPr>
        <p:spPr>
          <a:xfrm flipH="1" rot="10800000">
            <a:off x="2447280" y="53856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" name="Google Shape;176;p14"/>
          <p:cNvGrpSpPr/>
          <p:nvPr/>
        </p:nvGrpSpPr>
        <p:grpSpPr>
          <a:xfrm>
            <a:off x="8132040" y="-360"/>
            <a:ext cx="1264680" cy="1264680"/>
            <a:chOff x="8132040" y="-360"/>
            <a:chExt cx="1264680" cy="1264680"/>
          </a:xfrm>
        </p:grpSpPr>
        <p:sp>
          <p:nvSpPr>
            <p:cNvPr id="56" name="Google Shape;177;p14"/>
            <p:cNvSpPr/>
            <p:nvPr/>
          </p:nvSpPr>
          <p:spPr>
            <a:xfrm flipV="1">
              <a:off x="8132040" y="-7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-360 h 1264680"/>
                <a:gd name="textAreaBottom" fmla="*/ 126468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Google Shape;178;p14"/>
            <p:cNvSpPr/>
            <p:nvPr/>
          </p:nvSpPr>
          <p:spPr>
            <a:xfrm flipV="1">
              <a:off x="8573040" y="44064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360 h 383040"/>
                <a:gd name="textAreaBottom" fmla="*/ 38376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788000" y="2932560"/>
            <a:ext cx="35665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761720" y="1621440"/>
            <a:ext cx="3619800" cy="122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81;p14"/>
          <p:cNvSpPr/>
          <p:nvPr/>
        </p:nvSpPr>
        <p:spPr>
          <a:xfrm flipH="1">
            <a:off x="-346680" y="-725760"/>
            <a:ext cx="6410880" cy="6132240"/>
          </a:xfrm>
          <a:custGeom>
            <a:avLst/>
            <a:gdLst>
              <a:gd name="textAreaLeft" fmla="*/ 360 w 6410880"/>
              <a:gd name="textAreaRight" fmla="*/ 641160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83;p15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90;p15"/>
          <p:cNvSpPr/>
          <p:nvPr/>
        </p:nvSpPr>
        <p:spPr>
          <a:xfrm flipH="1" rot="5400000">
            <a:off x="-711000" y="-2501280"/>
            <a:ext cx="6410880" cy="6132240"/>
          </a:xfrm>
          <a:custGeom>
            <a:avLst/>
            <a:gdLst>
              <a:gd name="textAreaLeft" fmla="*/ 360 w 6410880"/>
              <a:gd name="textAreaRight" fmla="*/ 641160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191;p15"/>
          <p:cNvSpPr/>
          <p:nvPr/>
        </p:nvSpPr>
        <p:spPr>
          <a:xfrm flipH="1" rot="17008200">
            <a:off x="7849080" y="82080"/>
            <a:ext cx="6411240" cy="6132240"/>
          </a:xfrm>
          <a:custGeom>
            <a:avLst/>
            <a:gdLst>
              <a:gd name="textAreaLeft" fmla="*/ -360 w 6411240"/>
              <a:gd name="textAreaRight" fmla="*/ 6411240 w 641124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92;p15"/>
          <p:cNvSpPr/>
          <p:nvPr/>
        </p:nvSpPr>
        <p:spPr>
          <a:xfrm rot="1587000">
            <a:off x="7312320" y="44791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93;p15"/>
          <p:cNvSpPr/>
          <p:nvPr/>
        </p:nvSpPr>
        <p:spPr>
          <a:xfrm>
            <a:off x="320760" y="42980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94;p15"/>
          <p:cNvSpPr/>
          <p:nvPr/>
        </p:nvSpPr>
        <p:spPr>
          <a:xfrm>
            <a:off x="7720560" y="-2127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95;p15"/>
          <p:cNvSpPr/>
          <p:nvPr/>
        </p:nvSpPr>
        <p:spPr>
          <a:xfrm>
            <a:off x="1060920" y="-90648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196;p15"/>
          <p:cNvSpPr/>
          <p:nvPr/>
        </p:nvSpPr>
        <p:spPr>
          <a:xfrm>
            <a:off x="2451960" y="46918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97;p15"/>
          <p:cNvSpPr/>
          <p:nvPr/>
        </p:nvSpPr>
        <p:spPr>
          <a:xfrm rot="1587000">
            <a:off x="6990840" y="505152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98;p15"/>
          <p:cNvSpPr/>
          <p:nvPr/>
        </p:nvSpPr>
        <p:spPr>
          <a:xfrm flipH="1">
            <a:off x="8636040" y="162720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Google Shape;199;p15"/>
          <p:cNvGrpSpPr/>
          <p:nvPr/>
        </p:nvGrpSpPr>
        <p:grpSpPr>
          <a:xfrm>
            <a:off x="-700560" y="1939320"/>
            <a:ext cx="1264680" cy="1264680"/>
            <a:chOff x="-700560" y="1939320"/>
            <a:chExt cx="1264680" cy="1264680"/>
          </a:xfrm>
        </p:grpSpPr>
        <p:sp>
          <p:nvSpPr>
            <p:cNvPr id="72" name="Google Shape;200;p15"/>
            <p:cNvSpPr/>
            <p:nvPr/>
          </p:nvSpPr>
          <p:spPr>
            <a:xfrm flipH="1">
              <a:off x="-700920" y="1939320"/>
              <a:ext cx="1264680" cy="1264680"/>
            </a:xfrm>
            <a:custGeom>
              <a:avLst/>
              <a:gdLst>
                <a:gd name="textAreaLeft" fmla="*/ 360 w 1264680"/>
                <a:gd name="textAreaRight" fmla="*/ 126540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Google Shape;201;p15"/>
            <p:cNvSpPr/>
            <p:nvPr/>
          </p:nvSpPr>
          <p:spPr>
            <a:xfrm flipH="1">
              <a:off x="-259560" y="2379960"/>
              <a:ext cx="383040" cy="383040"/>
            </a:xfrm>
            <a:custGeom>
              <a:avLst/>
              <a:gdLst>
                <a:gd name="textAreaLeft" fmla="*/ -360 w 383040"/>
                <a:gd name="textAreaRight" fmla="*/ 38304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204;p16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205;p16"/>
          <p:cNvSpPr/>
          <p:nvPr/>
        </p:nvSpPr>
        <p:spPr>
          <a:xfrm rot="19689000">
            <a:off x="381240" y="2193480"/>
            <a:ext cx="8381160" cy="5505480"/>
          </a:xfrm>
          <a:custGeom>
            <a:avLst/>
            <a:gdLst>
              <a:gd name="textAreaLeft" fmla="*/ 0 w 8381160"/>
              <a:gd name="textAreaRight" fmla="*/ 8381520 w 8381160"/>
              <a:gd name="textAreaTop" fmla="*/ 0 h 5505480"/>
              <a:gd name="textAreaBottom" fmla="*/ 5505840 h 550548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206;p16"/>
          <p:cNvSpPr/>
          <p:nvPr/>
        </p:nvSpPr>
        <p:spPr>
          <a:xfrm flipH="1" rot="10800000">
            <a:off x="-3279960" y="-105984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22320" y="2625120"/>
            <a:ext cx="189216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3535560" y="2625120"/>
            <a:ext cx="189432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6151320" y="2623320"/>
            <a:ext cx="189216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214;p16"/>
          <p:cNvSpPr/>
          <p:nvPr/>
        </p:nvSpPr>
        <p:spPr>
          <a:xfrm flipH="1">
            <a:off x="-222120" y="437364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215;p16"/>
          <p:cNvSpPr/>
          <p:nvPr/>
        </p:nvSpPr>
        <p:spPr>
          <a:xfrm flipH="1">
            <a:off x="8430120" y="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216;p16"/>
          <p:cNvSpPr/>
          <p:nvPr/>
        </p:nvSpPr>
        <p:spPr>
          <a:xfrm flipH="1">
            <a:off x="-466920" y="206280"/>
            <a:ext cx="451440" cy="451440"/>
          </a:xfrm>
          <a:custGeom>
            <a:avLst/>
            <a:gdLst>
              <a:gd name="textAreaLeft" fmla="*/ -360 w 451440"/>
              <a:gd name="textAreaRight" fmla="*/ 45144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217;p16"/>
          <p:cNvSpPr/>
          <p:nvPr/>
        </p:nvSpPr>
        <p:spPr>
          <a:xfrm flipH="1">
            <a:off x="7650360" y="481572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218;p16"/>
          <p:cNvSpPr/>
          <p:nvPr/>
        </p:nvSpPr>
        <p:spPr>
          <a:xfrm flipH="1">
            <a:off x="-953640" y="656280"/>
            <a:ext cx="1423080" cy="1423080"/>
          </a:xfrm>
          <a:custGeom>
            <a:avLst/>
            <a:gdLst>
              <a:gd name="textAreaLeft" fmla="*/ 360 w 1423080"/>
              <a:gd name="textAreaRight" fmla="*/ 142380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219;p16"/>
          <p:cNvSpPr/>
          <p:nvPr/>
        </p:nvSpPr>
        <p:spPr>
          <a:xfrm flipH="1">
            <a:off x="8900640" y="252180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" name="Google Shape;220;p16"/>
          <p:cNvGrpSpPr/>
          <p:nvPr/>
        </p:nvGrpSpPr>
        <p:grpSpPr>
          <a:xfrm>
            <a:off x="4885920" y="4720680"/>
            <a:ext cx="1264680" cy="1264680"/>
            <a:chOff x="4885920" y="4720680"/>
            <a:chExt cx="1264680" cy="1264680"/>
          </a:xfrm>
        </p:grpSpPr>
        <p:sp>
          <p:nvSpPr>
            <p:cNvPr id="89" name="Google Shape;221;p16"/>
            <p:cNvSpPr/>
            <p:nvPr/>
          </p:nvSpPr>
          <p:spPr>
            <a:xfrm flipH="1">
              <a:off x="4885560" y="472068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222;p16"/>
            <p:cNvSpPr/>
            <p:nvPr/>
          </p:nvSpPr>
          <p:spPr>
            <a:xfrm flipH="1">
              <a:off x="5327280" y="516132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224;p17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225;p17"/>
          <p:cNvSpPr/>
          <p:nvPr/>
        </p:nvSpPr>
        <p:spPr>
          <a:xfrm rot="20986800">
            <a:off x="4361760" y="-109800"/>
            <a:ext cx="6411240" cy="6131880"/>
          </a:xfrm>
          <a:custGeom>
            <a:avLst/>
            <a:gdLst>
              <a:gd name="textAreaLeft" fmla="*/ 0 w 6411240"/>
              <a:gd name="textAreaRight" fmla="*/ 6411600 w 6411240"/>
              <a:gd name="textAreaTop" fmla="*/ 0 h 6131880"/>
              <a:gd name="textAreaBottom" fmla="*/ 6132240 h 613188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403080" y="2033280"/>
            <a:ext cx="169812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3400920" y="2721600"/>
            <a:ext cx="170028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3402000" y="3414960"/>
            <a:ext cx="169812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233;p17"/>
          <p:cNvSpPr/>
          <p:nvPr/>
        </p:nvSpPr>
        <p:spPr>
          <a:xfrm>
            <a:off x="13680" y="458748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234;p17"/>
          <p:cNvSpPr/>
          <p:nvPr/>
        </p:nvSpPr>
        <p:spPr>
          <a:xfrm>
            <a:off x="2861280" y="494208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235;p17"/>
          <p:cNvSpPr/>
          <p:nvPr/>
        </p:nvSpPr>
        <p:spPr>
          <a:xfrm>
            <a:off x="8265600" y="-4024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" name="Google Shape;236;p17"/>
          <p:cNvGrpSpPr/>
          <p:nvPr/>
        </p:nvGrpSpPr>
        <p:grpSpPr>
          <a:xfrm>
            <a:off x="-234360" y="637560"/>
            <a:ext cx="947160" cy="947160"/>
            <a:chOff x="-234360" y="637560"/>
            <a:chExt cx="947160" cy="947160"/>
          </a:xfrm>
        </p:grpSpPr>
        <p:sp>
          <p:nvSpPr>
            <p:cNvPr id="101" name="Google Shape;237;p17"/>
            <p:cNvSpPr/>
            <p:nvPr/>
          </p:nvSpPr>
          <p:spPr>
            <a:xfrm>
              <a:off x="-234360" y="63756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238;p17"/>
            <p:cNvSpPr/>
            <p:nvPr/>
          </p:nvSpPr>
          <p:spPr>
            <a:xfrm>
              <a:off x="95760" y="96768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" name="Google Shape;239;p17"/>
          <p:cNvSpPr/>
          <p:nvPr/>
        </p:nvSpPr>
        <p:spPr>
          <a:xfrm>
            <a:off x="6099480" y="479160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240;p17"/>
          <p:cNvSpPr/>
          <p:nvPr/>
        </p:nvSpPr>
        <p:spPr>
          <a:xfrm flipH="1" rot="8100000">
            <a:off x="-5158800" y="3273480"/>
            <a:ext cx="7437240" cy="3930480"/>
          </a:xfrm>
          <a:custGeom>
            <a:avLst/>
            <a:gdLst>
              <a:gd name="textAreaLeft" fmla="*/ 360 w 7437240"/>
              <a:gd name="textAreaRight" fmla="*/ 743796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42;p18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243;p18"/>
          <p:cNvSpPr/>
          <p:nvPr/>
        </p:nvSpPr>
        <p:spPr>
          <a:xfrm flipH="1">
            <a:off x="1276560" y="221328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21520" y="2706120"/>
            <a:ext cx="1744920" cy="4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2739960" y="2706120"/>
            <a:ext cx="1744920" cy="4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title"/>
          </p:nvPr>
        </p:nvSpPr>
        <p:spPr>
          <a:xfrm>
            <a:off x="4658760" y="2706120"/>
            <a:ext cx="1744920" cy="4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title"/>
          </p:nvPr>
        </p:nvSpPr>
        <p:spPr>
          <a:xfrm>
            <a:off x="6577200" y="2706120"/>
            <a:ext cx="1744920" cy="4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253;p18"/>
          <p:cNvSpPr/>
          <p:nvPr/>
        </p:nvSpPr>
        <p:spPr>
          <a:xfrm flipH="1" rot="10800000">
            <a:off x="172080" y="42408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254;p18"/>
          <p:cNvSpPr/>
          <p:nvPr/>
        </p:nvSpPr>
        <p:spPr>
          <a:xfrm flipH="1" rot="10800000">
            <a:off x="7871040" y="46533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255;p18"/>
          <p:cNvSpPr/>
          <p:nvPr/>
        </p:nvSpPr>
        <p:spPr>
          <a:xfrm flipH="1" rot="10800000">
            <a:off x="1464120" y="465336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256;p18"/>
          <p:cNvSpPr/>
          <p:nvPr/>
        </p:nvSpPr>
        <p:spPr>
          <a:xfrm flipH="1" rot="10800000">
            <a:off x="2738880" y="-108972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257;p18"/>
          <p:cNvSpPr/>
          <p:nvPr/>
        </p:nvSpPr>
        <p:spPr>
          <a:xfrm rot="10800000">
            <a:off x="8579520" y="36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" name="Google Shape;258;p18"/>
          <p:cNvGrpSpPr/>
          <p:nvPr/>
        </p:nvGrpSpPr>
        <p:grpSpPr>
          <a:xfrm>
            <a:off x="-699840" y="2410920"/>
            <a:ext cx="1264680" cy="1264680"/>
            <a:chOff x="-699840" y="2410920"/>
            <a:chExt cx="1264680" cy="1264680"/>
          </a:xfrm>
        </p:grpSpPr>
        <p:sp>
          <p:nvSpPr>
            <p:cNvPr id="119" name="Google Shape;259;p18"/>
            <p:cNvSpPr/>
            <p:nvPr/>
          </p:nvSpPr>
          <p:spPr>
            <a:xfrm rot="10800000">
              <a:off x="-699840" y="24109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Google Shape;260;p18"/>
            <p:cNvSpPr/>
            <p:nvPr/>
          </p:nvSpPr>
          <p:spPr>
            <a:xfrm rot="10800000">
              <a:off x="-258840" y="28519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62;p19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263;p19"/>
          <p:cNvSpPr/>
          <p:nvPr/>
        </p:nvSpPr>
        <p:spPr>
          <a:xfrm flipH="1" rot="10952400">
            <a:off x="-311760" y="-681480"/>
            <a:ext cx="9221040" cy="6057360"/>
          </a:xfrm>
          <a:custGeom>
            <a:avLst/>
            <a:gdLst>
              <a:gd name="textAreaLeft" fmla="*/ 360 w 9221040"/>
              <a:gd name="textAreaRight" fmla="*/ 9221760 w 9221040"/>
              <a:gd name="textAreaTop" fmla="*/ 0 h 6057360"/>
              <a:gd name="textAreaBottom" fmla="*/ 6057720 h 605736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48480" y="161244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4009680" y="161280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title"/>
          </p:nvPr>
        </p:nvSpPr>
        <p:spPr>
          <a:xfrm>
            <a:off x="6868440" y="161244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1205280" y="333180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title"/>
          </p:nvPr>
        </p:nvSpPr>
        <p:spPr>
          <a:xfrm>
            <a:off x="4009680" y="333180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title"/>
          </p:nvPr>
        </p:nvSpPr>
        <p:spPr>
          <a:xfrm>
            <a:off x="6868440" y="3331800"/>
            <a:ext cx="182844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277;p19"/>
          <p:cNvSpPr/>
          <p:nvPr/>
        </p:nvSpPr>
        <p:spPr>
          <a:xfrm rot="10800000">
            <a:off x="8573760" y="475056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278;p19"/>
          <p:cNvSpPr/>
          <p:nvPr/>
        </p:nvSpPr>
        <p:spPr>
          <a:xfrm rot="10800000">
            <a:off x="-62280" y="45093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279;p19"/>
          <p:cNvSpPr/>
          <p:nvPr/>
        </p:nvSpPr>
        <p:spPr>
          <a:xfrm rot="10800000">
            <a:off x="4694400" y="475092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280;p19"/>
          <p:cNvSpPr/>
          <p:nvPr/>
        </p:nvSpPr>
        <p:spPr>
          <a:xfrm rot="10800000">
            <a:off x="2111760" y="-11725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281;p19"/>
          <p:cNvSpPr/>
          <p:nvPr/>
        </p:nvSpPr>
        <p:spPr>
          <a:xfrm flipH="1" rot="10800000">
            <a:off x="-536040" y="333360"/>
            <a:ext cx="822600" cy="824040"/>
          </a:xfrm>
          <a:custGeom>
            <a:avLst/>
            <a:gdLst>
              <a:gd name="textAreaLeft" fmla="*/ 360 w 822600"/>
              <a:gd name="textAreaRight" fmla="*/ 82332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5" name="Google Shape;282;p19"/>
          <p:cNvGrpSpPr/>
          <p:nvPr/>
        </p:nvGrpSpPr>
        <p:grpSpPr>
          <a:xfrm>
            <a:off x="8137080" y="-220680"/>
            <a:ext cx="1264680" cy="1264680"/>
            <a:chOff x="8137080" y="-220680"/>
            <a:chExt cx="1264680" cy="1264680"/>
          </a:xfrm>
        </p:grpSpPr>
        <p:sp>
          <p:nvSpPr>
            <p:cNvPr id="136" name="Google Shape;283;p19"/>
            <p:cNvSpPr/>
            <p:nvPr/>
          </p:nvSpPr>
          <p:spPr>
            <a:xfrm flipV="1">
              <a:off x="8137080" y="-22104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-360 h 1264680"/>
                <a:gd name="textAreaBottom" fmla="*/ 126468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Google Shape;284;p19"/>
            <p:cNvSpPr/>
            <p:nvPr/>
          </p:nvSpPr>
          <p:spPr>
            <a:xfrm flipV="1">
              <a:off x="8577720" y="2199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360 h 383040"/>
                <a:gd name="textAreaBottom" fmla="*/ 38376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286;p20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60240" y="3042720"/>
            <a:ext cx="3786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45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title"/>
          </p:nvPr>
        </p:nvSpPr>
        <p:spPr>
          <a:xfrm>
            <a:off x="660240" y="1166760"/>
            <a:ext cx="3786120" cy="121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120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290;p20"/>
          <p:cNvSpPr/>
          <p:nvPr/>
        </p:nvSpPr>
        <p:spPr>
          <a:xfrm flipH="1" rot="9592800">
            <a:off x="-3063960" y="-91332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291;p20"/>
          <p:cNvSpPr/>
          <p:nvPr/>
        </p:nvSpPr>
        <p:spPr>
          <a:xfrm flipH="1" rot="10800000">
            <a:off x="-352080" y="-6321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292;p20"/>
          <p:cNvSpPr/>
          <p:nvPr/>
        </p:nvSpPr>
        <p:spPr>
          <a:xfrm flipH="1" rot="7573200">
            <a:off x="4888080" y="480960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293;p20"/>
          <p:cNvSpPr/>
          <p:nvPr/>
        </p:nvSpPr>
        <p:spPr>
          <a:xfrm rot="10800000">
            <a:off x="3385440" y="-45756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5" name="Google Shape;294;p20"/>
          <p:cNvGrpSpPr/>
          <p:nvPr/>
        </p:nvGrpSpPr>
        <p:grpSpPr>
          <a:xfrm>
            <a:off x="-272160" y="4403160"/>
            <a:ext cx="1264680" cy="1264680"/>
            <a:chOff x="-272160" y="4403160"/>
            <a:chExt cx="1264680" cy="1264680"/>
          </a:xfrm>
        </p:grpSpPr>
        <p:sp>
          <p:nvSpPr>
            <p:cNvPr id="146" name="Google Shape;295;p20"/>
            <p:cNvSpPr/>
            <p:nvPr/>
          </p:nvSpPr>
          <p:spPr>
            <a:xfrm rot="10800000">
              <a:off x="-272160" y="44031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Google Shape;296;p20"/>
            <p:cNvSpPr/>
            <p:nvPr/>
          </p:nvSpPr>
          <p:spPr>
            <a:xfrm rot="10800000">
              <a:off x="168840" y="48441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8" name="Google Shape;297;p20"/>
          <p:cNvSpPr/>
          <p:nvPr/>
        </p:nvSpPr>
        <p:spPr>
          <a:xfrm flipH="1" rot="16200000">
            <a:off x="5223960" y="1108080"/>
            <a:ext cx="7437240" cy="508932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5089320"/>
              <a:gd name="textAreaBottom" fmla="*/ 5089680 h 50893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298;p20"/>
          <p:cNvSpPr/>
          <p:nvPr/>
        </p:nvSpPr>
        <p:spPr>
          <a:xfrm flipH="1" rot="10800000">
            <a:off x="7118640" y="-548640"/>
            <a:ext cx="1254960" cy="1254960"/>
          </a:xfrm>
          <a:custGeom>
            <a:avLst/>
            <a:gdLst>
              <a:gd name="textAreaLeft" fmla="*/ 360 w 1254960"/>
              <a:gd name="textAreaRight" fmla="*/ 1255680 w 1254960"/>
              <a:gd name="textAreaTop" fmla="*/ 0 h 1254960"/>
              <a:gd name="textAreaBottom" fmla="*/ 1255320 h 125496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99;p20"/>
          <p:cNvSpPr/>
          <p:nvPr/>
        </p:nvSpPr>
        <p:spPr>
          <a:xfrm flipH="1" rot="7573200">
            <a:off x="7994520" y="3657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3;p3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4;p3"/>
          <p:cNvSpPr/>
          <p:nvPr/>
        </p:nvSpPr>
        <p:spPr>
          <a:xfrm flipH="1">
            <a:off x="-338400" y="152424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46960" y="3069000"/>
            <a:ext cx="68497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45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title"/>
          </p:nvPr>
        </p:nvSpPr>
        <p:spPr>
          <a:xfrm>
            <a:off x="3140280" y="925200"/>
            <a:ext cx="2862720" cy="170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120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8;p3"/>
          <p:cNvSpPr/>
          <p:nvPr/>
        </p:nvSpPr>
        <p:spPr>
          <a:xfrm>
            <a:off x="6852600" y="424476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9;p3"/>
          <p:cNvSpPr/>
          <p:nvPr/>
        </p:nvSpPr>
        <p:spPr>
          <a:xfrm>
            <a:off x="0" y="806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30;p3"/>
          <p:cNvSpPr/>
          <p:nvPr/>
        </p:nvSpPr>
        <p:spPr>
          <a:xfrm>
            <a:off x="6648480" y="-1227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31;p3"/>
          <p:cNvSpPr/>
          <p:nvPr/>
        </p:nvSpPr>
        <p:spPr>
          <a:xfrm>
            <a:off x="2540520" y="-71928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32;p3"/>
          <p:cNvSpPr/>
          <p:nvPr/>
        </p:nvSpPr>
        <p:spPr>
          <a:xfrm>
            <a:off x="-813240" y="47498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33;p3"/>
          <p:cNvSpPr/>
          <p:nvPr/>
        </p:nvSpPr>
        <p:spPr>
          <a:xfrm>
            <a:off x="-131760" y="382356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34;p3"/>
          <p:cNvSpPr/>
          <p:nvPr/>
        </p:nvSpPr>
        <p:spPr>
          <a:xfrm>
            <a:off x="-39600" y="187344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" name="Google Shape;35;p3"/>
          <p:cNvGrpSpPr/>
          <p:nvPr/>
        </p:nvGrpSpPr>
        <p:grpSpPr>
          <a:xfrm>
            <a:off x="7544160" y="1469880"/>
            <a:ext cx="1264680" cy="1264680"/>
            <a:chOff x="7544160" y="1469880"/>
            <a:chExt cx="1264680" cy="1264680"/>
          </a:xfrm>
        </p:grpSpPr>
        <p:sp>
          <p:nvSpPr>
            <p:cNvPr id="163" name="Google Shape;36;p3"/>
            <p:cNvSpPr/>
            <p:nvPr/>
          </p:nvSpPr>
          <p:spPr>
            <a:xfrm>
              <a:off x="7544160" y="146988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Google Shape;37;p3"/>
            <p:cNvSpPr/>
            <p:nvPr/>
          </p:nvSpPr>
          <p:spPr>
            <a:xfrm>
              <a:off x="7985160" y="1910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301;p21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302;p21"/>
          <p:cNvSpPr/>
          <p:nvPr/>
        </p:nvSpPr>
        <p:spPr>
          <a:xfrm flipH="1" rot="152400">
            <a:off x="421920" y="-381960"/>
            <a:ext cx="9221040" cy="6057360"/>
          </a:xfrm>
          <a:custGeom>
            <a:avLst/>
            <a:gdLst>
              <a:gd name="textAreaLeft" fmla="*/ 360 w 9221040"/>
              <a:gd name="textAreaRight" fmla="*/ 9221760 w 9221040"/>
              <a:gd name="textAreaTop" fmla="*/ 0 h 6057360"/>
              <a:gd name="textAreaBottom" fmla="*/ 6057720 h 605736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623040" y="1807560"/>
            <a:ext cx="498096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45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876240" y="1963440"/>
            <a:ext cx="2505240" cy="121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120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306;p21"/>
          <p:cNvSpPr/>
          <p:nvPr/>
        </p:nvSpPr>
        <p:spPr>
          <a:xfrm>
            <a:off x="205560" y="26496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307;p21"/>
          <p:cNvSpPr/>
          <p:nvPr/>
        </p:nvSpPr>
        <p:spPr>
          <a:xfrm>
            <a:off x="8033400" y="279144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308;p21"/>
          <p:cNvSpPr/>
          <p:nvPr/>
        </p:nvSpPr>
        <p:spPr>
          <a:xfrm>
            <a:off x="4783680" y="-58428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309;p21"/>
          <p:cNvSpPr/>
          <p:nvPr/>
        </p:nvSpPr>
        <p:spPr>
          <a:xfrm>
            <a:off x="4493160" y="454896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310;p21"/>
          <p:cNvSpPr/>
          <p:nvPr/>
        </p:nvSpPr>
        <p:spPr>
          <a:xfrm flipH="1">
            <a:off x="7661520" y="477216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4" name="Google Shape;311;p21"/>
          <p:cNvGrpSpPr/>
          <p:nvPr/>
        </p:nvGrpSpPr>
        <p:grpSpPr>
          <a:xfrm>
            <a:off x="1123200" y="-420840"/>
            <a:ext cx="1264680" cy="1264680"/>
            <a:chOff x="1123200" y="-420840"/>
            <a:chExt cx="1264680" cy="1264680"/>
          </a:xfrm>
        </p:grpSpPr>
        <p:sp>
          <p:nvSpPr>
            <p:cNvPr id="175" name="Google Shape;312;p21"/>
            <p:cNvSpPr/>
            <p:nvPr/>
          </p:nvSpPr>
          <p:spPr>
            <a:xfrm flipH="1">
              <a:off x="1122840" y="-42084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Google Shape;313;p21"/>
            <p:cNvSpPr/>
            <p:nvPr/>
          </p:nvSpPr>
          <p:spPr>
            <a:xfrm flipH="1">
              <a:off x="1564200" y="2016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315;p22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316;p22"/>
          <p:cNvSpPr/>
          <p:nvPr/>
        </p:nvSpPr>
        <p:spPr>
          <a:xfrm flipH="1" rot="152400">
            <a:off x="-43920" y="-681120"/>
            <a:ext cx="9221040" cy="6057360"/>
          </a:xfrm>
          <a:custGeom>
            <a:avLst/>
            <a:gdLst>
              <a:gd name="textAreaLeft" fmla="*/ 360 w 9221040"/>
              <a:gd name="textAreaRight" fmla="*/ 9221760 w 9221040"/>
              <a:gd name="textAreaTop" fmla="*/ 0 h 6057360"/>
              <a:gd name="textAreaBottom" fmla="*/ 6057720 h 605736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318;p22"/>
          <p:cNvSpPr/>
          <p:nvPr/>
        </p:nvSpPr>
        <p:spPr>
          <a:xfrm flipH="1" rot="10800000">
            <a:off x="-87840" y="397908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319;p22"/>
          <p:cNvSpPr/>
          <p:nvPr/>
        </p:nvSpPr>
        <p:spPr>
          <a:xfrm flipH="1" rot="10800000">
            <a:off x="4774680" y="491760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320;p22"/>
          <p:cNvSpPr/>
          <p:nvPr/>
        </p:nvSpPr>
        <p:spPr>
          <a:xfrm flipH="1" rot="10800000">
            <a:off x="8316720" y="457092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321;p22"/>
          <p:cNvSpPr/>
          <p:nvPr/>
        </p:nvSpPr>
        <p:spPr>
          <a:xfrm flipH="1" rot="10800000">
            <a:off x="1837080" y="-124020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322;p22"/>
          <p:cNvSpPr/>
          <p:nvPr/>
        </p:nvSpPr>
        <p:spPr>
          <a:xfrm rot="10800000">
            <a:off x="8477280" y="112752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5" name="Google Shape;323;p22"/>
          <p:cNvGrpSpPr/>
          <p:nvPr/>
        </p:nvGrpSpPr>
        <p:grpSpPr>
          <a:xfrm>
            <a:off x="-535320" y="1254960"/>
            <a:ext cx="1264680" cy="1264680"/>
            <a:chOff x="-535320" y="1254960"/>
            <a:chExt cx="1264680" cy="1264680"/>
          </a:xfrm>
        </p:grpSpPr>
        <p:sp>
          <p:nvSpPr>
            <p:cNvPr id="186" name="Google Shape;324;p22"/>
            <p:cNvSpPr/>
            <p:nvPr/>
          </p:nvSpPr>
          <p:spPr>
            <a:xfrm rot="10800000">
              <a:off x="-535320" y="12549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Google Shape;325;p22"/>
            <p:cNvSpPr/>
            <p:nvPr/>
          </p:nvSpPr>
          <p:spPr>
            <a:xfrm rot="10800000">
              <a:off x="-94320" y="169560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327;p23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328;p23"/>
          <p:cNvSpPr/>
          <p:nvPr/>
        </p:nvSpPr>
        <p:spPr>
          <a:xfrm flipH="1">
            <a:off x="3437640" y="110376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329;p23"/>
          <p:cNvSpPr/>
          <p:nvPr/>
        </p:nvSpPr>
        <p:spPr>
          <a:xfrm flipH="1" rot="10800000">
            <a:off x="-3537360" y="-125496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330;p23"/>
          <p:cNvSpPr/>
          <p:nvPr/>
        </p:nvSpPr>
        <p:spPr>
          <a:xfrm>
            <a:off x="8430840" y="458244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331;p23"/>
          <p:cNvSpPr/>
          <p:nvPr/>
        </p:nvSpPr>
        <p:spPr>
          <a:xfrm>
            <a:off x="414360" y="46112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332;p23"/>
          <p:cNvSpPr/>
          <p:nvPr/>
        </p:nvSpPr>
        <p:spPr>
          <a:xfrm>
            <a:off x="-912600" y="-658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333;p23"/>
          <p:cNvSpPr/>
          <p:nvPr/>
        </p:nvSpPr>
        <p:spPr>
          <a:xfrm>
            <a:off x="8632800" y="36540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5" name="Google Shape;334;p23"/>
          <p:cNvGrpSpPr/>
          <p:nvPr/>
        </p:nvGrpSpPr>
        <p:grpSpPr>
          <a:xfrm>
            <a:off x="-533160" y="2954880"/>
            <a:ext cx="947160" cy="947160"/>
            <a:chOff x="-533160" y="2954880"/>
            <a:chExt cx="947160" cy="947160"/>
          </a:xfrm>
        </p:grpSpPr>
        <p:sp>
          <p:nvSpPr>
            <p:cNvPr id="196" name="Google Shape;335;p23"/>
            <p:cNvSpPr/>
            <p:nvPr/>
          </p:nvSpPr>
          <p:spPr>
            <a:xfrm>
              <a:off x="-533160" y="295488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Google Shape;336;p23"/>
            <p:cNvSpPr/>
            <p:nvPr/>
          </p:nvSpPr>
          <p:spPr>
            <a:xfrm>
              <a:off x="-203040" y="328500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8" name="Google Shape;337;p23"/>
          <p:cNvSpPr/>
          <p:nvPr/>
        </p:nvSpPr>
        <p:spPr>
          <a:xfrm>
            <a:off x="3070080" y="467280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340;p24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341;p24"/>
          <p:cNvSpPr/>
          <p:nvPr/>
        </p:nvSpPr>
        <p:spPr>
          <a:xfrm flipH="1" rot="10800000">
            <a:off x="145440" y="-97524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342;p24"/>
          <p:cNvSpPr/>
          <p:nvPr/>
        </p:nvSpPr>
        <p:spPr>
          <a:xfrm>
            <a:off x="8512920" y="500508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343;p24"/>
          <p:cNvSpPr/>
          <p:nvPr/>
        </p:nvSpPr>
        <p:spPr>
          <a:xfrm>
            <a:off x="-246960" y="46112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344;p24"/>
          <p:cNvSpPr/>
          <p:nvPr/>
        </p:nvSpPr>
        <p:spPr>
          <a:xfrm>
            <a:off x="8879760" y="18601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345;p24"/>
          <p:cNvSpPr/>
          <p:nvPr/>
        </p:nvSpPr>
        <p:spPr>
          <a:xfrm>
            <a:off x="145800" y="2642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6" name="Google Shape;346;p24"/>
          <p:cNvGrpSpPr/>
          <p:nvPr/>
        </p:nvGrpSpPr>
        <p:grpSpPr>
          <a:xfrm>
            <a:off x="8605800" y="-289440"/>
            <a:ext cx="947160" cy="947160"/>
            <a:chOff x="8605800" y="-289440"/>
            <a:chExt cx="947160" cy="947160"/>
          </a:xfrm>
        </p:grpSpPr>
        <p:sp>
          <p:nvSpPr>
            <p:cNvPr id="207" name="Google Shape;347;p24"/>
            <p:cNvSpPr/>
            <p:nvPr/>
          </p:nvSpPr>
          <p:spPr>
            <a:xfrm>
              <a:off x="8605800" y="-28944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Google Shape;348;p24"/>
            <p:cNvSpPr/>
            <p:nvPr/>
          </p:nvSpPr>
          <p:spPr>
            <a:xfrm>
              <a:off x="8935920" y="4068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9" name="Google Shape;349;p24"/>
          <p:cNvSpPr/>
          <p:nvPr/>
        </p:nvSpPr>
        <p:spPr>
          <a:xfrm>
            <a:off x="2267640" y="488376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352;p25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353;p25"/>
          <p:cNvSpPr/>
          <p:nvPr/>
        </p:nvSpPr>
        <p:spPr>
          <a:xfrm flipH="1" rot="4623600">
            <a:off x="-2426040" y="87660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354;p25"/>
          <p:cNvSpPr/>
          <p:nvPr/>
        </p:nvSpPr>
        <p:spPr>
          <a:xfrm flipH="1" rot="10800000">
            <a:off x="-431280" y="43239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355;p25"/>
          <p:cNvSpPr/>
          <p:nvPr/>
        </p:nvSpPr>
        <p:spPr>
          <a:xfrm flipH="1" rot="7573200">
            <a:off x="-262440" y="2999160"/>
            <a:ext cx="451440" cy="451440"/>
          </a:xfrm>
          <a:custGeom>
            <a:avLst/>
            <a:gdLst>
              <a:gd name="textAreaLeft" fmla="*/ -360 w 451440"/>
              <a:gd name="textAreaRight" fmla="*/ 45144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356;p25"/>
          <p:cNvSpPr/>
          <p:nvPr/>
        </p:nvSpPr>
        <p:spPr>
          <a:xfrm rot="10800000">
            <a:off x="7118640" y="450072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6" name="Google Shape;357;p25"/>
          <p:cNvGrpSpPr/>
          <p:nvPr/>
        </p:nvGrpSpPr>
        <p:grpSpPr>
          <a:xfrm>
            <a:off x="-351360" y="366840"/>
            <a:ext cx="1264680" cy="1264680"/>
            <a:chOff x="-351360" y="366840"/>
            <a:chExt cx="1264680" cy="1264680"/>
          </a:xfrm>
        </p:grpSpPr>
        <p:sp>
          <p:nvSpPr>
            <p:cNvPr id="217" name="Google Shape;358;p25"/>
            <p:cNvSpPr/>
            <p:nvPr/>
          </p:nvSpPr>
          <p:spPr>
            <a:xfrm rot="10800000">
              <a:off x="-351360" y="36684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" name="Google Shape;359;p25"/>
            <p:cNvSpPr/>
            <p:nvPr/>
          </p:nvSpPr>
          <p:spPr>
            <a:xfrm rot="10800000">
              <a:off x="89280" y="80784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9" name="Google Shape;360;p25"/>
          <p:cNvSpPr/>
          <p:nvPr/>
        </p:nvSpPr>
        <p:spPr>
          <a:xfrm flipH="1" rot="12717000">
            <a:off x="5204160" y="27000"/>
            <a:ext cx="7437240" cy="508932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5089320"/>
              <a:gd name="textAreaBottom" fmla="*/ 5089680 h 50893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61;p25"/>
          <p:cNvSpPr/>
          <p:nvPr/>
        </p:nvSpPr>
        <p:spPr>
          <a:xfrm flipH="1" rot="12051600">
            <a:off x="7868880" y="136800"/>
            <a:ext cx="1254960" cy="1254600"/>
          </a:xfrm>
          <a:custGeom>
            <a:avLst/>
            <a:gdLst>
              <a:gd name="textAreaLeft" fmla="*/ 360 w 1254960"/>
              <a:gd name="textAreaRight" fmla="*/ 1255680 w 1254960"/>
              <a:gd name="textAreaTop" fmla="*/ 0 h 1254600"/>
              <a:gd name="textAreaBottom" fmla="*/ 1254960 h 125460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362;p25"/>
          <p:cNvSpPr/>
          <p:nvPr/>
        </p:nvSpPr>
        <p:spPr>
          <a:xfrm flipH="1" rot="8824800">
            <a:off x="8531640" y="1186560"/>
            <a:ext cx="451800" cy="451440"/>
          </a:xfrm>
          <a:custGeom>
            <a:avLst/>
            <a:gdLst>
              <a:gd name="textAreaLeft" fmla="*/ -360 w 451800"/>
              <a:gd name="textAreaRight" fmla="*/ 451800 w 45180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365;p26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366;p26"/>
          <p:cNvSpPr/>
          <p:nvPr/>
        </p:nvSpPr>
        <p:spPr>
          <a:xfrm rot="13106400">
            <a:off x="3645000" y="-1125360"/>
            <a:ext cx="7437600" cy="3930480"/>
          </a:xfrm>
          <a:custGeom>
            <a:avLst/>
            <a:gdLst>
              <a:gd name="textAreaLeft" fmla="*/ 0 w 7437600"/>
              <a:gd name="textAreaRight" fmla="*/ 7437960 w 743760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367;p26"/>
          <p:cNvSpPr/>
          <p:nvPr/>
        </p:nvSpPr>
        <p:spPr>
          <a:xfrm flipH="1">
            <a:off x="-3394080" y="4582440"/>
            <a:ext cx="451440" cy="451440"/>
          </a:xfrm>
          <a:custGeom>
            <a:avLst/>
            <a:gdLst>
              <a:gd name="textAreaLeft" fmla="*/ -360 w 451440"/>
              <a:gd name="textAreaRight" fmla="*/ 45144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368;p26"/>
          <p:cNvSpPr/>
          <p:nvPr/>
        </p:nvSpPr>
        <p:spPr>
          <a:xfrm flipH="1">
            <a:off x="3466800" y="469080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369;p26"/>
          <p:cNvSpPr/>
          <p:nvPr/>
        </p:nvSpPr>
        <p:spPr>
          <a:xfrm flipH="1">
            <a:off x="-711000" y="92160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70;p26"/>
          <p:cNvSpPr/>
          <p:nvPr/>
        </p:nvSpPr>
        <p:spPr>
          <a:xfrm flipH="1">
            <a:off x="-3537720" y="365400"/>
            <a:ext cx="392040" cy="393480"/>
          </a:xfrm>
          <a:custGeom>
            <a:avLst/>
            <a:gdLst>
              <a:gd name="textAreaLeft" fmla="*/ 360 w 392040"/>
              <a:gd name="textAreaRight" fmla="*/ 39276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0" name="Google Shape;371;p26"/>
          <p:cNvGrpSpPr/>
          <p:nvPr/>
        </p:nvGrpSpPr>
        <p:grpSpPr>
          <a:xfrm>
            <a:off x="238680" y="3921840"/>
            <a:ext cx="947160" cy="947160"/>
            <a:chOff x="238680" y="3921840"/>
            <a:chExt cx="947160" cy="947160"/>
          </a:xfrm>
        </p:grpSpPr>
        <p:sp>
          <p:nvSpPr>
            <p:cNvPr id="231" name="Google Shape;372;p26"/>
            <p:cNvSpPr/>
            <p:nvPr/>
          </p:nvSpPr>
          <p:spPr>
            <a:xfrm flipH="1">
              <a:off x="238320" y="3921840"/>
              <a:ext cx="947160" cy="947160"/>
            </a:xfrm>
            <a:custGeom>
              <a:avLst/>
              <a:gdLst>
                <a:gd name="textAreaLeft" fmla="*/ -360 w 947160"/>
                <a:gd name="textAreaRight" fmla="*/ 94716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Google Shape;373;p26"/>
            <p:cNvSpPr/>
            <p:nvPr/>
          </p:nvSpPr>
          <p:spPr>
            <a:xfrm flipH="1">
              <a:off x="568440" y="4251960"/>
              <a:ext cx="286920" cy="286920"/>
            </a:xfrm>
            <a:custGeom>
              <a:avLst/>
              <a:gdLst>
                <a:gd name="textAreaLeft" fmla="*/ -360 w 286920"/>
                <a:gd name="textAreaRight" fmla="*/ 28692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3" name="Google Shape;374;p26"/>
          <p:cNvSpPr/>
          <p:nvPr/>
        </p:nvSpPr>
        <p:spPr>
          <a:xfrm flipH="1">
            <a:off x="8740800" y="102096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376;p26"/>
          <p:cNvSpPr/>
          <p:nvPr/>
        </p:nvSpPr>
        <p:spPr>
          <a:xfrm flipH="1">
            <a:off x="7679520" y="4518360"/>
            <a:ext cx="1060200" cy="1060200"/>
          </a:xfrm>
          <a:custGeom>
            <a:avLst/>
            <a:gdLst>
              <a:gd name="textAreaLeft" fmla="*/ -360 w 1060200"/>
              <a:gd name="textAreaRight" fmla="*/ 1060200 w 1060200"/>
              <a:gd name="textAreaTop" fmla="*/ 0 h 1060200"/>
              <a:gd name="textAreaBottom" fmla="*/ 1060560 h 106020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378;p27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379;p27"/>
          <p:cNvSpPr/>
          <p:nvPr/>
        </p:nvSpPr>
        <p:spPr>
          <a:xfrm flipH="1" rot="18900000">
            <a:off x="3719880" y="49068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380;p27"/>
          <p:cNvSpPr/>
          <p:nvPr/>
        </p:nvSpPr>
        <p:spPr>
          <a:xfrm flipH="1" rot="6120600">
            <a:off x="-3108240" y="-50616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381;p27"/>
          <p:cNvSpPr/>
          <p:nvPr/>
        </p:nvSpPr>
        <p:spPr>
          <a:xfrm>
            <a:off x="8430840" y="415944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382;p27"/>
          <p:cNvSpPr/>
          <p:nvPr/>
        </p:nvSpPr>
        <p:spPr>
          <a:xfrm>
            <a:off x="-105480" y="44492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383;p27"/>
          <p:cNvSpPr/>
          <p:nvPr/>
        </p:nvSpPr>
        <p:spPr>
          <a:xfrm>
            <a:off x="1129680" y="444924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384;p27"/>
          <p:cNvSpPr/>
          <p:nvPr/>
        </p:nvSpPr>
        <p:spPr>
          <a:xfrm>
            <a:off x="8038080" y="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3" name="Google Shape;385;p27"/>
          <p:cNvGrpSpPr/>
          <p:nvPr/>
        </p:nvGrpSpPr>
        <p:grpSpPr>
          <a:xfrm>
            <a:off x="8632800" y="1246680"/>
            <a:ext cx="947160" cy="947160"/>
            <a:chOff x="8632800" y="1246680"/>
            <a:chExt cx="947160" cy="947160"/>
          </a:xfrm>
        </p:grpSpPr>
        <p:sp>
          <p:nvSpPr>
            <p:cNvPr id="244" name="Google Shape;386;p27"/>
            <p:cNvSpPr/>
            <p:nvPr/>
          </p:nvSpPr>
          <p:spPr>
            <a:xfrm>
              <a:off x="8632800" y="124668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Google Shape;387;p27"/>
            <p:cNvSpPr/>
            <p:nvPr/>
          </p:nvSpPr>
          <p:spPr>
            <a:xfrm>
              <a:off x="8962920" y="157716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6" name="Google Shape;388;p27"/>
          <p:cNvSpPr/>
          <p:nvPr/>
        </p:nvSpPr>
        <p:spPr>
          <a:xfrm>
            <a:off x="-406080" y="75924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391;p28"/>
          <p:cNvSpPr/>
          <p:nvPr/>
        </p:nvSpPr>
        <p:spPr>
          <a:xfrm rot="10612800">
            <a:off x="-963000" y="-683640"/>
            <a:ext cx="7437240" cy="5089320"/>
          </a:xfrm>
          <a:custGeom>
            <a:avLst/>
            <a:gdLst>
              <a:gd name="textAreaLeft" fmla="*/ 0 w 7437240"/>
              <a:gd name="textAreaRight" fmla="*/ 7437600 w 7437240"/>
              <a:gd name="textAreaTop" fmla="*/ 0 h 5089320"/>
              <a:gd name="textAreaBottom" fmla="*/ 5089680 h 50893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392;p28"/>
          <p:cNvSpPr/>
          <p:nvPr/>
        </p:nvSpPr>
        <p:spPr>
          <a:xfrm rot="16976400">
            <a:off x="4395240" y="87660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393;p28"/>
          <p:cNvSpPr/>
          <p:nvPr/>
        </p:nvSpPr>
        <p:spPr>
          <a:xfrm rot="10800000">
            <a:off x="-437040" y="484596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394;p28"/>
          <p:cNvSpPr/>
          <p:nvPr/>
        </p:nvSpPr>
        <p:spPr>
          <a:xfrm rot="14026800">
            <a:off x="11324160" y="29991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395;p28"/>
          <p:cNvSpPr/>
          <p:nvPr/>
        </p:nvSpPr>
        <p:spPr>
          <a:xfrm flipH="1" rot="10800000">
            <a:off x="-360" y="-29988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3" name="Google Shape;396;p28"/>
          <p:cNvGrpSpPr/>
          <p:nvPr/>
        </p:nvGrpSpPr>
        <p:grpSpPr>
          <a:xfrm>
            <a:off x="10600560" y="366120"/>
            <a:ext cx="1264680" cy="1264680"/>
            <a:chOff x="10600560" y="366120"/>
            <a:chExt cx="1264680" cy="1264680"/>
          </a:xfrm>
        </p:grpSpPr>
        <p:sp>
          <p:nvSpPr>
            <p:cNvPr id="254" name="Google Shape;397;p28"/>
            <p:cNvSpPr/>
            <p:nvPr/>
          </p:nvSpPr>
          <p:spPr>
            <a:xfrm flipV="1">
              <a:off x="10600560" y="36540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-360 h 1264680"/>
                <a:gd name="textAreaBottom" fmla="*/ 126468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Google Shape;398;p28"/>
            <p:cNvSpPr/>
            <p:nvPr/>
          </p:nvSpPr>
          <p:spPr>
            <a:xfrm flipV="1">
              <a:off x="11041560" y="8071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360 h 383040"/>
                <a:gd name="textAreaBottom" fmla="*/ 38376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6" name="Google Shape;399;p28"/>
          <p:cNvSpPr/>
          <p:nvPr/>
        </p:nvSpPr>
        <p:spPr>
          <a:xfrm rot="14004000">
            <a:off x="7898040" y="-49320"/>
            <a:ext cx="1254960" cy="1254960"/>
          </a:xfrm>
          <a:custGeom>
            <a:avLst/>
            <a:gdLst>
              <a:gd name="textAreaLeft" fmla="*/ 0 w 1254960"/>
              <a:gd name="textAreaRight" fmla="*/ 1255320 w 1254960"/>
              <a:gd name="textAreaTop" fmla="*/ 0 h 1254960"/>
              <a:gd name="textAreaBottom" fmla="*/ 1255320 h 125496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400;p28"/>
          <p:cNvSpPr/>
          <p:nvPr/>
        </p:nvSpPr>
        <p:spPr>
          <a:xfrm rot="17231400">
            <a:off x="7604640" y="27648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403;p29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404;p29"/>
          <p:cNvSpPr/>
          <p:nvPr/>
        </p:nvSpPr>
        <p:spPr>
          <a:xfrm flipH="1" rot="10800000">
            <a:off x="-1573920" y="-182160"/>
            <a:ext cx="7437240" cy="393048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891360" y="762120"/>
            <a:ext cx="493740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200" spc="-1" strike="noStrike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891360" y="1978200"/>
            <a:ext cx="493740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200" spc="-1" strike="noStrike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title"/>
          </p:nvPr>
        </p:nvSpPr>
        <p:spPr>
          <a:xfrm>
            <a:off x="891360" y="3193920"/>
            <a:ext cx="493740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700" spc="-1" strike="noStrike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b="0" lang="pt-BR" sz="5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411;p29"/>
          <p:cNvSpPr/>
          <p:nvPr/>
        </p:nvSpPr>
        <p:spPr>
          <a:xfrm rot="10800000">
            <a:off x="360" y="-60660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412;p29"/>
          <p:cNvSpPr/>
          <p:nvPr/>
        </p:nvSpPr>
        <p:spPr>
          <a:xfrm rot="10800000">
            <a:off x="-1069920" y="27853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413;p29"/>
          <p:cNvSpPr/>
          <p:nvPr/>
        </p:nvSpPr>
        <p:spPr>
          <a:xfrm rot="10800000">
            <a:off x="1401480" y="483372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414;p29"/>
          <p:cNvSpPr/>
          <p:nvPr/>
        </p:nvSpPr>
        <p:spPr>
          <a:xfrm rot="10800000">
            <a:off x="5864400" y="45424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415;p29"/>
          <p:cNvSpPr/>
          <p:nvPr/>
        </p:nvSpPr>
        <p:spPr>
          <a:xfrm flipH="1">
            <a:off x="8204760" y="47120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9" name="Google Shape;416;p29"/>
          <p:cNvGrpSpPr/>
          <p:nvPr/>
        </p:nvGrpSpPr>
        <p:grpSpPr>
          <a:xfrm>
            <a:off x="8204400" y="-428760"/>
            <a:ext cx="1264680" cy="1264680"/>
            <a:chOff x="8204400" y="-428760"/>
            <a:chExt cx="1264680" cy="1264680"/>
          </a:xfrm>
        </p:grpSpPr>
        <p:sp>
          <p:nvSpPr>
            <p:cNvPr id="270" name="Google Shape;417;p29"/>
            <p:cNvSpPr/>
            <p:nvPr/>
          </p:nvSpPr>
          <p:spPr>
            <a:xfrm flipH="1">
              <a:off x="8204040" y="-42876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Google Shape;418;p29"/>
            <p:cNvSpPr/>
            <p:nvPr/>
          </p:nvSpPr>
          <p:spPr>
            <a:xfrm flipH="1">
              <a:off x="8645400" y="1224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420;p30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421;p30"/>
          <p:cNvSpPr/>
          <p:nvPr/>
        </p:nvSpPr>
        <p:spPr>
          <a:xfrm flipH="1" rot="11019000">
            <a:off x="535320" y="-786240"/>
            <a:ext cx="8757360" cy="5992920"/>
          </a:xfrm>
          <a:custGeom>
            <a:avLst/>
            <a:gdLst>
              <a:gd name="textAreaLeft" fmla="*/ 360 w 8757360"/>
              <a:gd name="textAreaRight" fmla="*/ 8758080 w 8757360"/>
              <a:gd name="textAreaTop" fmla="*/ 0 h 5992920"/>
              <a:gd name="textAreaBottom" fmla="*/ 5993280 h 59929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527840" y="1016280"/>
            <a:ext cx="25768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2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title"/>
          </p:nvPr>
        </p:nvSpPr>
        <p:spPr>
          <a:xfrm>
            <a:off x="5038920" y="2044800"/>
            <a:ext cx="25768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2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title"/>
          </p:nvPr>
        </p:nvSpPr>
        <p:spPr>
          <a:xfrm>
            <a:off x="1681920" y="3042360"/>
            <a:ext cx="25768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5700" spc="-1" strike="noStrike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b="0" lang="pt-BR" sz="5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428;p30"/>
          <p:cNvSpPr/>
          <p:nvPr/>
        </p:nvSpPr>
        <p:spPr>
          <a:xfrm rot="10800000">
            <a:off x="7053120" y="-51480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429;p30"/>
          <p:cNvSpPr/>
          <p:nvPr/>
        </p:nvSpPr>
        <p:spPr>
          <a:xfrm rot="10800000">
            <a:off x="-479520" y="2314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430;p30"/>
          <p:cNvSpPr/>
          <p:nvPr/>
        </p:nvSpPr>
        <p:spPr>
          <a:xfrm rot="10800000">
            <a:off x="3520440" y="502812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431;p30"/>
          <p:cNvSpPr/>
          <p:nvPr/>
        </p:nvSpPr>
        <p:spPr>
          <a:xfrm rot="10800000">
            <a:off x="6774120" y="43480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432;p30"/>
          <p:cNvSpPr/>
          <p:nvPr/>
        </p:nvSpPr>
        <p:spPr>
          <a:xfrm flipH="1">
            <a:off x="-340200" y="47120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2" name="Google Shape;433;p30"/>
          <p:cNvGrpSpPr/>
          <p:nvPr/>
        </p:nvGrpSpPr>
        <p:grpSpPr>
          <a:xfrm>
            <a:off x="8595360" y="2204640"/>
            <a:ext cx="1264680" cy="1264680"/>
            <a:chOff x="8595360" y="2204640"/>
            <a:chExt cx="1264680" cy="1264680"/>
          </a:xfrm>
        </p:grpSpPr>
        <p:sp>
          <p:nvSpPr>
            <p:cNvPr id="283" name="Google Shape;434;p30"/>
            <p:cNvSpPr/>
            <p:nvPr/>
          </p:nvSpPr>
          <p:spPr>
            <a:xfrm flipH="1">
              <a:off x="8595000" y="220464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" name="Google Shape;435;p30"/>
            <p:cNvSpPr/>
            <p:nvPr/>
          </p:nvSpPr>
          <p:spPr>
            <a:xfrm flipH="1">
              <a:off x="9036360" y="264564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39;p4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Google Shape;40;p4"/>
          <p:cNvSpPr/>
          <p:nvPr/>
        </p:nvSpPr>
        <p:spPr>
          <a:xfrm>
            <a:off x="-307080" y="56916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43;p4"/>
          <p:cNvSpPr/>
          <p:nvPr/>
        </p:nvSpPr>
        <p:spPr>
          <a:xfrm flipH="1">
            <a:off x="-1040040" y="2434680"/>
            <a:ext cx="1423080" cy="1423080"/>
          </a:xfrm>
          <a:custGeom>
            <a:avLst/>
            <a:gdLst>
              <a:gd name="textAreaLeft" fmla="*/ 360 w 1423080"/>
              <a:gd name="textAreaRight" fmla="*/ 142380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44;p4"/>
          <p:cNvSpPr/>
          <p:nvPr/>
        </p:nvSpPr>
        <p:spPr>
          <a:xfrm flipH="1">
            <a:off x="8628120" y="2484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45;p4"/>
          <p:cNvSpPr/>
          <p:nvPr/>
        </p:nvSpPr>
        <p:spPr>
          <a:xfrm flipH="1">
            <a:off x="8402040" y="474984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46;p4"/>
          <p:cNvSpPr/>
          <p:nvPr/>
        </p:nvSpPr>
        <p:spPr>
          <a:xfrm flipH="1">
            <a:off x="7427520" y="-10047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47;p4"/>
          <p:cNvSpPr/>
          <p:nvPr/>
        </p:nvSpPr>
        <p:spPr>
          <a:xfrm flipH="1">
            <a:off x="1221480" y="500904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48;p4"/>
          <p:cNvSpPr/>
          <p:nvPr/>
        </p:nvSpPr>
        <p:spPr>
          <a:xfrm>
            <a:off x="-96480" y="-12528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4" name="Google Shape;49;p4"/>
          <p:cNvGrpSpPr/>
          <p:nvPr/>
        </p:nvGrpSpPr>
        <p:grpSpPr>
          <a:xfrm>
            <a:off x="4288320" y="4703040"/>
            <a:ext cx="1264680" cy="1264680"/>
            <a:chOff x="4288320" y="4703040"/>
            <a:chExt cx="1264680" cy="1264680"/>
          </a:xfrm>
        </p:grpSpPr>
        <p:sp>
          <p:nvSpPr>
            <p:cNvPr id="295" name="Google Shape;50;p4"/>
            <p:cNvSpPr/>
            <p:nvPr/>
          </p:nvSpPr>
          <p:spPr>
            <a:xfrm>
              <a:off x="4288320" y="470304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" name="Google Shape;51;p4"/>
            <p:cNvSpPr/>
            <p:nvPr/>
          </p:nvSpPr>
          <p:spPr>
            <a:xfrm>
              <a:off x="4728960" y="514368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437;p31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438;p31"/>
          <p:cNvSpPr/>
          <p:nvPr/>
        </p:nvSpPr>
        <p:spPr>
          <a:xfrm>
            <a:off x="424080" y="578160"/>
            <a:ext cx="9143640" cy="483228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4832280"/>
              <a:gd name="textAreaBottom" fmla="*/ 4832640 h 48322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440;p31"/>
          <p:cNvSpPr/>
          <p:nvPr/>
        </p:nvSpPr>
        <p:spPr>
          <a:xfrm flipH="1" rot="10800000">
            <a:off x="424080" y="468216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441;p31"/>
          <p:cNvSpPr/>
          <p:nvPr/>
        </p:nvSpPr>
        <p:spPr>
          <a:xfrm flipH="1" rot="10800000">
            <a:off x="6492600" y="462420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442;p31"/>
          <p:cNvSpPr/>
          <p:nvPr/>
        </p:nvSpPr>
        <p:spPr>
          <a:xfrm flipH="1" rot="10800000">
            <a:off x="4282920" y="442728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443;p31"/>
          <p:cNvSpPr/>
          <p:nvPr/>
        </p:nvSpPr>
        <p:spPr>
          <a:xfrm flipH="1" rot="10800000">
            <a:off x="3479760" y="-6051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444;p31"/>
          <p:cNvSpPr/>
          <p:nvPr/>
        </p:nvSpPr>
        <p:spPr>
          <a:xfrm rot="10800000">
            <a:off x="7959240" y="-6588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7" name="Google Shape;445;p31"/>
          <p:cNvGrpSpPr/>
          <p:nvPr/>
        </p:nvGrpSpPr>
        <p:grpSpPr>
          <a:xfrm>
            <a:off x="-840600" y="230040"/>
            <a:ext cx="1264680" cy="1264680"/>
            <a:chOff x="-840600" y="230040"/>
            <a:chExt cx="1264680" cy="1264680"/>
          </a:xfrm>
        </p:grpSpPr>
        <p:sp>
          <p:nvSpPr>
            <p:cNvPr id="308" name="Google Shape;446;p31"/>
            <p:cNvSpPr/>
            <p:nvPr/>
          </p:nvSpPr>
          <p:spPr>
            <a:xfrm rot="10800000">
              <a:off x="-840600" y="23004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Google Shape;447;p31"/>
            <p:cNvSpPr/>
            <p:nvPr/>
          </p:nvSpPr>
          <p:spPr>
            <a:xfrm rot="10800000">
              <a:off x="-399600" y="67104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450;p32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Google Shape;451;p32"/>
          <p:cNvSpPr/>
          <p:nvPr/>
        </p:nvSpPr>
        <p:spPr>
          <a:xfrm flipH="1" rot="10273200">
            <a:off x="-1290240" y="-1327320"/>
            <a:ext cx="9488160" cy="6232680"/>
          </a:xfrm>
          <a:custGeom>
            <a:avLst/>
            <a:gdLst>
              <a:gd name="textAreaLeft" fmla="*/ 360 w 9488160"/>
              <a:gd name="textAreaRight" fmla="*/ 9488880 w 9488160"/>
              <a:gd name="textAreaTop" fmla="*/ 0 h 6232680"/>
              <a:gd name="textAreaBottom" fmla="*/ 6233040 h 623268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454;p32"/>
          <p:cNvSpPr/>
          <p:nvPr/>
        </p:nvSpPr>
        <p:spPr>
          <a:xfrm rot="10800000">
            <a:off x="7723080" y="465336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Google Shape;455;p32"/>
          <p:cNvSpPr/>
          <p:nvPr/>
        </p:nvSpPr>
        <p:spPr>
          <a:xfrm rot="10800000">
            <a:off x="523800" y="462420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456;p32"/>
          <p:cNvSpPr/>
          <p:nvPr/>
        </p:nvSpPr>
        <p:spPr>
          <a:xfrm rot="10800000">
            <a:off x="3177720" y="444780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Google Shape;457;p32"/>
          <p:cNvSpPr/>
          <p:nvPr/>
        </p:nvSpPr>
        <p:spPr>
          <a:xfrm rot="10800000">
            <a:off x="3038040" y="-60552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458;p32"/>
          <p:cNvSpPr/>
          <p:nvPr/>
        </p:nvSpPr>
        <p:spPr>
          <a:xfrm flipH="1" rot="10800000">
            <a:off x="151920" y="36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9" name="Google Shape;459;p32"/>
          <p:cNvGrpSpPr/>
          <p:nvPr/>
        </p:nvGrpSpPr>
        <p:grpSpPr>
          <a:xfrm>
            <a:off x="7722720" y="206640"/>
            <a:ext cx="1264680" cy="1264680"/>
            <a:chOff x="7722720" y="206640"/>
            <a:chExt cx="1264680" cy="1264680"/>
          </a:xfrm>
        </p:grpSpPr>
        <p:sp>
          <p:nvSpPr>
            <p:cNvPr id="320" name="Google Shape;460;p32"/>
            <p:cNvSpPr/>
            <p:nvPr/>
          </p:nvSpPr>
          <p:spPr>
            <a:xfrm flipV="1">
              <a:off x="7722720" y="2059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-360 h 1264680"/>
                <a:gd name="textAreaBottom" fmla="*/ 126468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" name="Google Shape;461;p32"/>
            <p:cNvSpPr/>
            <p:nvPr/>
          </p:nvSpPr>
          <p:spPr>
            <a:xfrm flipV="1">
              <a:off x="8163360" y="64764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360 h 383040"/>
                <a:gd name="textAreaBottom" fmla="*/ 38376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463;p33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oogle Shape;464;p33"/>
          <p:cNvSpPr/>
          <p:nvPr/>
        </p:nvSpPr>
        <p:spPr>
          <a:xfrm flipH="1">
            <a:off x="-392760" y="-756000"/>
            <a:ext cx="8065800" cy="7715160"/>
          </a:xfrm>
          <a:custGeom>
            <a:avLst/>
            <a:gdLst>
              <a:gd name="textAreaLeft" fmla="*/ -360 w 8065800"/>
              <a:gd name="textAreaRight" fmla="*/ 8065800 w 8065800"/>
              <a:gd name="textAreaTop" fmla="*/ 0 h 7715160"/>
              <a:gd name="textAreaBottom" fmla="*/ 7715520 h 771516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467;p33"/>
          <p:cNvSpPr/>
          <p:nvPr/>
        </p:nvSpPr>
        <p:spPr>
          <a:xfrm flipH="1">
            <a:off x="8550720" y="64260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468;p33"/>
          <p:cNvSpPr/>
          <p:nvPr/>
        </p:nvSpPr>
        <p:spPr>
          <a:xfrm flipH="1">
            <a:off x="140760" y="61380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469;p33"/>
          <p:cNvSpPr/>
          <p:nvPr/>
        </p:nvSpPr>
        <p:spPr>
          <a:xfrm flipH="1">
            <a:off x="6921720" y="-66744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470;p33"/>
          <p:cNvSpPr/>
          <p:nvPr/>
        </p:nvSpPr>
        <p:spPr>
          <a:xfrm flipH="1">
            <a:off x="369000" y="20372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471;p33"/>
          <p:cNvSpPr/>
          <p:nvPr/>
        </p:nvSpPr>
        <p:spPr>
          <a:xfrm>
            <a:off x="2424600" y="446904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1" name="Google Shape;472;p33"/>
          <p:cNvGrpSpPr/>
          <p:nvPr/>
        </p:nvGrpSpPr>
        <p:grpSpPr>
          <a:xfrm>
            <a:off x="7286400" y="4248720"/>
            <a:ext cx="1264680" cy="1264680"/>
            <a:chOff x="7286400" y="4248720"/>
            <a:chExt cx="1264680" cy="1264680"/>
          </a:xfrm>
        </p:grpSpPr>
        <p:sp>
          <p:nvSpPr>
            <p:cNvPr id="332" name="Google Shape;473;p33"/>
            <p:cNvSpPr/>
            <p:nvPr/>
          </p:nvSpPr>
          <p:spPr>
            <a:xfrm>
              <a:off x="7286400" y="42487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Google Shape;474;p33"/>
            <p:cNvSpPr/>
            <p:nvPr/>
          </p:nvSpPr>
          <p:spPr>
            <a:xfrm>
              <a:off x="7727040" y="46893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476;p34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477;p34"/>
          <p:cNvSpPr/>
          <p:nvPr/>
        </p:nvSpPr>
        <p:spPr>
          <a:xfrm rot="10800000">
            <a:off x="-1694880" y="-1501560"/>
            <a:ext cx="10924200" cy="7653240"/>
          </a:xfrm>
          <a:custGeom>
            <a:avLst/>
            <a:gdLst>
              <a:gd name="textAreaLeft" fmla="*/ 0 w 10924200"/>
              <a:gd name="textAreaRight" fmla="*/ 10924560 w 10924200"/>
              <a:gd name="textAreaTop" fmla="*/ 0 h 7653240"/>
              <a:gd name="textAreaBottom" fmla="*/ 7653600 h 76532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127840" y="1802880"/>
            <a:ext cx="3483720" cy="9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5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5127840" y="2941560"/>
            <a:ext cx="3483720" cy="122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Google Shape;480;p34"/>
          <p:cNvSpPr/>
          <p:nvPr/>
        </p:nvSpPr>
        <p:spPr>
          <a:xfrm flipH="1" rot="9619200">
            <a:off x="4221720" y="248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481;p34"/>
          <p:cNvSpPr/>
          <p:nvPr/>
        </p:nvSpPr>
        <p:spPr>
          <a:xfrm flipH="1" rot="10800000">
            <a:off x="-346320" y="472860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482;p34"/>
          <p:cNvSpPr/>
          <p:nvPr/>
        </p:nvSpPr>
        <p:spPr>
          <a:xfrm flipH="1" rot="9619200">
            <a:off x="3915000" y="3297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483;p34"/>
          <p:cNvSpPr/>
          <p:nvPr/>
        </p:nvSpPr>
        <p:spPr>
          <a:xfrm rot="10800000">
            <a:off x="-524520" y="59796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" name="Google Shape;484;p34"/>
          <p:cNvGrpSpPr/>
          <p:nvPr/>
        </p:nvGrpSpPr>
        <p:grpSpPr>
          <a:xfrm>
            <a:off x="7663320" y="-250560"/>
            <a:ext cx="1264680" cy="1264680"/>
            <a:chOff x="7663320" y="-250560"/>
            <a:chExt cx="1264680" cy="1264680"/>
          </a:xfrm>
        </p:grpSpPr>
        <p:sp>
          <p:nvSpPr>
            <p:cNvPr id="343" name="Google Shape;485;p34"/>
            <p:cNvSpPr/>
            <p:nvPr/>
          </p:nvSpPr>
          <p:spPr>
            <a:xfrm rot="10800000">
              <a:off x="7663320" y="-2505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" name="Google Shape;486;p34"/>
            <p:cNvSpPr/>
            <p:nvPr/>
          </p:nvSpPr>
          <p:spPr>
            <a:xfrm rot="10800000">
              <a:off x="8104320" y="19044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488;p35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489;p35"/>
          <p:cNvSpPr/>
          <p:nvPr/>
        </p:nvSpPr>
        <p:spPr>
          <a:xfrm flipH="1">
            <a:off x="-220320" y="-141480"/>
            <a:ext cx="6410880" cy="6132240"/>
          </a:xfrm>
          <a:custGeom>
            <a:avLst/>
            <a:gdLst>
              <a:gd name="textAreaLeft" fmla="*/ 360 w 6410880"/>
              <a:gd name="textAreaRight" fmla="*/ 641160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490;p35"/>
          <p:cNvSpPr/>
          <p:nvPr/>
        </p:nvSpPr>
        <p:spPr>
          <a:xfrm flipH="1">
            <a:off x="-317520" y="43905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491;p35"/>
          <p:cNvSpPr/>
          <p:nvPr/>
        </p:nvSpPr>
        <p:spPr>
          <a:xfrm flipH="1">
            <a:off x="261720" y="327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492;p35"/>
          <p:cNvSpPr/>
          <p:nvPr/>
        </p:nvSpPr>
        <p:spPr>
          <a:xfrm flipH="1">
            <a:off x="8286120" y="475524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493;p35"/>
          <p:cNvSpPr/>
          <p:nvPr/>
        </p:nvSpPr>
        <p:spPr>
          <a:xfrm flipH="1">
            <a:off x="8567280" y="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1" name="Google Shape;494;p35"/>
          <p:cNvGrpSpPr/>
          <p:nvPr/>
        </p:nvGrpSpPr>
        <p:grpSpPr>
          <a:xfrm>
            <a:off x="6565680" y="-462960"/>
            <a:ext cx="947160" cy="947160"/>
            <a:chOff x="6565680" y="-462960"/>
            <a:chExt cx="947160" cy="947160"/>
          </a:xfrm>
        </p:grpSpPr>
        <p:sp>
          <p:nvSpPr>
            <p:cNvPr id="352" name="Google Shape;495;p35"/>
            <p:cNvSpPr/>
            <p:nvPr/>
          </p:nvSpPr>
          <p:spPr>
            <a:xfrm flipH="1">
              <a:off x="6565320" y="-462960"/>
              <a:ext cx="947160" cy="947160"/>
            </a:xfrm>
            <a:custGeom>
              <a:avLst/>
              <a:gdLst>
                <a:gd name="textAreaLeft" fmla="*/ -360 w 947160"/>
                <a:gd name="textAreaRight" fmla="*/ 94716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" name="Google Shape;496;p35"/>
            <p:cNvSpPr/>
            <p:nvPr/>
          </p:nvSpPr>
          <p:spPr>
            <a:xfrm flipH="1">
              <a:off x="6895440" y="-132840"/>
              <a:ext cx="286920" cy="286920"/>
            </a:xfrm>
            <a:custGeom>
              <a:avLst/>
              <a:gdLst>
                <a:gd name="textAreaLeft" fmla="*/ -360 w 286920"/>
                <a:gd name="textAreaRight" fmla="*/ 28692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4" name="Google Shape;497;p35"/>
          <p:cNvSpPr/>
          <p:nvPr/>
        </p:nvSpPr>
        <p:spPr>
          <a:xfrm flipH="1">
            <a:off x="3296160" y="47552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502;p36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503;p36"/>
          <p:cNvSpPr/>
          <p:nvPr/>
        </p:nvSpPr>
        <p:spPr>
          <a:xfrm flipH="1" rot="16568400">
            <a:off x="1435320" y="-1473120"/>
            <a:ext cx="7384320" cy="9114480"/>
          </a:xfrm>
          <a:custGeom>
            <a:avLst/>
            <a:gdLst>
              <a:gd name="textAreaLeft" fmla="*/ 360 w 7384320"/>
              <a:gd name="textAreaRight" fmla="*/ 7385040 w 7384320"/>
              <a:gd name="textAreaTop" fmla="*/ 0 h 9114480"/>
              <a:gd name="textAreaBottom" fmla="*/ 9114840 h 911448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504;p36"/>
          <p:cNvSpPr/>
          <p:nvPr/>
        </p:nvSpPr>
        <p:spPr>
          <a:xfrm flipH="1" rot="7573200">
            <a:off x="7294320" y="-4406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505;p36"/>
          <p:cNvSpPr/>
          <p:nvPr/>
        </p:nvSpPr>
        <p:spPr>
          <a:xfrm flipH="1" rot="10800000">
            <a:off x="3685680" y="-2685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506;p36"/>
          <p:cNvSpPr/>
          <p:nvPr/>
        </p:nvSpPr>
        <p:spPr>
          <a:xfrm flipH="1" rot="7573200">
            <a:off x="7101000" y="40680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Google Shape;507;p36"/>
          <p:cNvSpPr/>
          <p:nvPr/>
        </p:nvSpPr>
        <p:spPr>
          <a:xfrm rot="10800000">
            <a:off x="-120600" y="452232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2" name="Google Shape;508;p36"/>
          <p:cNvGrpSpPr/>
          <p:nvPr/>
        </p:nvGrpSpPr>
        <p:grpSpPr>
          <a:xfrm>
            <a:off x="200880" y="360"/>
            <a:ext cx="1264680" cy="1264680"/>
            <a:chOff x="200880" y="360"/>
            <a:chExt cx="1264680" cy="1264680"/>
          </a:xfrm>
        </p:grpSpPr>
        <p:sp>
          <p:nvSpPr>
            <p:cNvPr id="363" name="Google Shape;509;p36"/>
            <p:cNvSpPr/>
            <p:nvPr/>
          </p:nvSpPr>
          <p:spPr>
            <a:xfrm rot="10800000">
              <a:off x="200880" y="3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Google Shape;510;p36"/>
            <p:cNvSpPr/>
            <p:nvPr/>
          </p:nvSpPr>
          <p:spPr>
            <a:xfrm rot="10800000">
              <a:off x="641880" y="4413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02000" y="2077920"/>
            <a:ext cx="3602520" cy="17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514;p37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515;p37"/>
          <p:cNvSpPr/>
          <p:nvPr/>
        </p:nvSpPr>
        <p:spPr>
          <a:xfrm flipH="1" rot="10800000">
            <a:off x="3484080" y="-462600"/>
            <a:ext cx="6410880" cy="6132240"/>
          </a:xfrm>
          <a:custGeom>
            <a:avLst/>
            <a:gdLst>
              <a:gd name="textAreaLeft" fmla="*/ 360 w 6410880"/>
              <a:gd name="textAreaRight" fmla="*/ 641160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516;p37"/>
          <p:cNvSpPr/>
          <p:nvPr/>
        </p:nvSpPr>
        <p:spPr>
          <a:xfrm flipH="1" rot="10800000">
            <a:off x="8567640" y="-28512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Google Shape;517;p37"/>
          <p:cNvSpPr/>
          <p:nvPr/>
        </p:nvSpPr>
        <p:spPr>
          <a:xfrm flipH="1" rot="10800000">
            <a:off x="8961480" y="50439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518;p37"/>
          <p:cNvSpPr/>
          <p:nvPr/>
        </p:nvSpPr>
        <p:spPr>
          <a:xfrm flipH="1" rot="10800000">
            <a:off x="995040" y="37944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Google Shape;519;p37"/>
          <p:cNvSpPr/>
          <p:nvPr/>
        </p:nvSpPr>
        <p:spPr>
          <a:xfrm flipH="1" rot="10800000">
            <a:off x="-317160" y="410508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3" name="Google Shape;520;p37"/>
          <p:cNvGrpSpPr/>
          <p:nvPr/>
        </p:nvGrpSpPr>
        <p:grpSpPr>
          <a:xfrm>
            <a:off x="2161080" y="5043240"/>
            <a:ext cx="947160" cy="947160"/>
            <a:chOff x="2161080" y="5043240"/>
            <a:chExt cx="947160" cy="947160"/>
          </a:xfrm>
        </p:grpSpPr>
        <p:sp>
          <p:nvSpPr>
            <p:cNvPr id="374" name="Google Shape;521;p37"/>
            <p:cNvSpPr/>
            <p:nvPr/>
          </p:nvSpPr>
          <p:spPr>
            <a:xfrm flipV="1">
              <a:off x="2161080" y="5042880"/>
              <a:ext cx="947160" cy="947160"/>
            </a:xfrm>
            <a:custGeom>
              <a:avLst/>
              <a:gdLst>
                <a:gd name="textAreaLeft" fmla="*/ 0 w 947160"/>
                <a:gd name="textAreaRight" fmla="*/ 947520 w 947160"/>
                <a:gd name="textAreaTop" fmla="*/ -360 h 947160"/>
                <a:gd name="textAreaBottom" fmla="*/ 94716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Google Shape;522;p37"/>
            <p:cNvSpPr/>
            <p:nvPr/>
          </p:nvSpPr>
          <p:spPr>
            <a:xfrm flipV="1">
              <a:off x="2491200" y="5373000"/>
              <a:ext cx="286920" cy="28692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-360 h 286920"/>
                <a:gd name="textAreaBottom" fmla="*/ 28692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6" name="Google Shape;523;p37"/>
          <p:cNvSpPr/>
          <p:nvPr/>
        </p:nvSpPr>
        <p:spPr>
          <a:xfrm flipH="1" rot="10800000">
            <a:off x="5685840" y="788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528;p38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529;p38"/>
          <p:cNvSpPr/>
          <p:nvPr/>
        </p:nvSpPr>
        <p:spPr>
          <a:xfrm rot="15915000">
            <a:off x="4244760" y="-21888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530;p38"/>
          <p:cNvSpPr/>
          <p:nvPr/>
        </p:nvSpPr>
        <p:spPr>
          <a:xfrm flipH="1" rot="6011400">
            <a:off x="-1893600" y="-276840"/>
            <a:ext cx="7437600" cy="5088960"/>
          </a:xfrm>
          <a:custGeom>
            <a:avLst/>
            <a:gdLst>
              <a:gd name="textAreaLeft" fmla="*/ 360 w 7437600"/>
              <a:gd name="textAreaRight" fmla="*/ 7438320 w 7437600"/>
              <a:gd name="textAreaTop" fmla="*/ 0 h 5088960"/>
              <a:gd name="textAreaBottom" fmla="*/ 5089320 h 508896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735840" y="150480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35840" y="2094120"/>
            <a:ext cx="3602520" cy="154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533;p38"/>
          <p:cNvSpPr/>
          <p:nvPr/>
        </p:nvSpPr>
        <p:spPr>
          <a:xfrm flipH="1" rot="10800000">
            <a:off x="4987440" y="44744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534;p38"/>
          <p:cNvSpPr/>
          <p:nvPr/>
        </p:nvSpPr>
        <p:spPr>
          <a:xfrm flipH="1" rot="7573200">
            <a:off x="389160" y="423468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535;p38"/>
          <p:cNvSpPr/>
          <p:nvPr/>
        </p:nvSpPr>
        <p:spPr>
          <a:xfrm rot="10800000">
            <a:off x="3302640" y="-33192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6" name="Google Shape;536;p38"/>
          <p:cNvGrpSpPr/>
          <p:nvPr/>
        </p:nvGrpSpPr>
        <p:grpSpPr>
          <a:xfrm>
            <a:off x="6132600" y="-772560"/>
            <a:ext cx="1264680" cy="1264680"/>
            <a:chOff x="6132600" y="-772560"/>
            <a:chExt cx="1264680" cy="1264680"/>
          </a:xfrm>
        </p:grpSpPr>
        <p:sp>
          <p:nvSpPr>
            <p:cNvPr id="387" name="Google Shape;537;p38"/>
            <p:cNvSpPr/>
            <p:nvPr/>
          </p:nvSpPr>
          <p:spPr>
            <a:xfrm rot="10800000">
              <a:off x="6132600" y="-7725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Google Shape;538;p38"/>
            <p:cNvSpPr/>
            <p:nvPr/>
          </p:nvSpPr>
          <p:spPr>
            <a:xfrm rot="10800000">
              <a:off x="6573600" y="-3315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9" name="Google Shape;539;p38"/>
          <p:cNvSpPr/>
          <p:nvPr/>
        </p:nvSpPr>
        <p:spPr>
          <a:xfrm flipH="1" rot="1728000">
            <a:off x="7621560" y="3663720"/>
            <a:ext cx="1254960" cy="1254600"/>
          </a:xfrm>
          <a:custGeom>
            <a:avLst/>
            <a:gdLst>
              <a:gd name="textAreaLeft" fmla="*/ 360 w 1254960"/>
              <a:gd name="textAreaRight" fmla="*/ 1255680 w 1254960"/>
              <a:gd name="textAreaTop" fmla="*/ 0 h 1254600"/>
              <a:gd name="textAreaBottom" fmla="*/ 1254960 h 125460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540;p38"/>
          <p:cNvSpPr/>
          <p:nvPr/>
        </p:nvSpPr>
        <p:spPr>
          <a:xfrm flipH="1" rot="20101200">
            <a:off x="7853400" y="338688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542;p39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2325240" y="713160"/>
            <a:ext cx="4493160" cy="61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oogle Shape;544;p39"/>
          <p:cNvSpPr/>
          <p:nvPr/>
        </p:nvSpPr>
        <p:spPr>
          <a:xfrm>
            <a:off x="2489400" y="3372480"/>
            <a:ext cx="4164480" cy="82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Quicksand"/>
                <a:ea typeface="Quicksand"/>
              </a:rPr>
              <a:t>CREDITS: This presentation template was created by </a:t>
            </a:r>
            <a:r>
              <a:rPr b="1" lang="en" sz="1400" spc="-1" strike="noStrike" u="sng">
                <a:solidFill>
                  <a:schemeClr val="lt1"/>
                </a:solidFill>
                <a:uFillTx/>
                <a:latin typeface="Quicksand"/>
                <a:ea typeface="Quicksand"/>
                <a:hlinkClick r:id="rId2"/>
              </a:rPr>
              <a:t>Slidesgo</a:t>
            </a:r>
            <a:r>
              <a:rPr b="0" lang="en" sz="1400" spc="-1" strike="noStrike">
                <a:solidFill>
                  <a:schemeClr val="lt1"/>
                </a:solidFill>
                <a:latin typeface="Quicksand"/>
                <a:ea typeface="Quicksand"/>
              </a:rPr>
              <a:t>, including icons by </a:t>
            </a:r>
            <a:r>
              <a:rPr b="1" lang="en" sz="1400" spc="-1" strike="noStrike" u="sng">
                <a:solidFill>
                  <a:schemeClr val="lt1"/>
                </a:solidFill>
                <a:uFillTx/>
                <a:latin typeface="Quicksand"/>
                <a:ea typeface="Quicksand"/>
                <a:hlinkClick r:id="rId3"/>
              </a:rPr>
              <a:t>Flaticon</a:t>
            </a:r>
            <a:r>
              <a:rPr b="0" lang="en" sz="1400" spc="-1" strike="noStrike">
                <a:solidFill>
                  <a:schemeClr val="lt1"/>
                </a:solidFill>
                <a:latin typeface="Quicksand"/>
                <a:ea typeface="Quicksand"/>
              </a:rPr>
              <a:t>, infographics &amp; images by </a:t>
            </a:r>
            <a:r>
              <a:rPr b="1" lang="en" sz="1400" spc="-1" strike="noStrike" u="sng">
                <a:solidFill>
                  <a:schemeClr val="lt1"/>
                </a:solidFill>
                <a:uFillTx/>
                <a:latin typeface="Quicksand"/>
                <a:ea typeface="Quicksand"/>
                <a:hlinkClick r:id="rId4"/>
              </a:rPr>
              <a:t>Freepik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546;p39"/>
          <p:cNvSpPr/>
          <p:nvPr/>
        </p:nvSpPr>
        <p:spPr>
          <a:xfrm flipH="1" rot="3076200">
            <a:off x="-1204200" y="1955520"/>
            <a:ext cx="7570440" cy="4973040"/>
          </a:xfrm>
          <a:custGeom>
            <a:avLst/>
            <a:gdLst>
              <a:gd name="textAreaLeft" fmla="*/ -360 w 7570440"/>
              <a:gd name="textAreaRight" fmla="*/ 757044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547;p39"/>
          <p:cNvSpPr/>
          <p:nvPr/>
        </p:nvSpPr>
        <p:spPr>
          <a:xfrm flipH="1" rot="10800000">
            <a:off x="3859920" y="486000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Google Shape;548;p39"/>
          <p:cNvSpPr/>
          <p:nvPr/>
        </p:nvSpPr>
        <p:spPr>
          <a:xfrm flipH="1" rot="7573200">
            <a:off x="1218600" y="37083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549;p39"/>
          <p:cNvSpPr/>
          <p:nvPr/>
        </p:nvSpPr>
        <p:spPr>
          <a:xfrm rot="10800000">
            <a:off x="1296360" y="-50760"/>
            <a:ext cx="822600" cy="824040"/>
          </a:xfrm>
          <a:custGeom>
            <a:avLst/>
            <a:gdLst>
              <a:gd name="textAreaLeft" fmla="*/ 0 w 822600"/>
              <a:gd name="textAreaRight" fmla="*/ 82296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8" name="Google Shape;550;p39"/>
          <p:cNvGrpSpPr/>
          <p:nvPr/>
        </p:nvGrpSpPr>
        <p:grpSpPr>
          <a:xfrm>
            <a:off x="7397640" y="-271080"/>
            <a:ext cx="1264680" cy="1264680"/>
            <a:chOff x="7397640" y="-271080"/>
            <a:chExt cx="1264680" cy="1264680"/>
          </a:xfrm>
        </p:grpSpPr>
        <p:sp>
          <p:nvSpPr>
            <p:cNvPr id="399" name="Google Shape;551;p39"/>
            <p:cNvSpPr/>
            <p:nvPr/>
          </p:nvSpPr>
          <p:spPr>
            <a:xfrm rot="10800000">
              <a:off x="7397640" y="-27108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Google Shape;552;p39"/>
            <p:cNvSpPr/>
            <p:nvPr/>
          </p:nvSpPr>
          <p:spPr>
            <a:xfrm rot="10800000">
              <a:off x="7838640" y="1699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1" name="Google Shape;553;p39"/>
          <p:cNvSpPr/>
          <p:nvPr/>
        </p:nvSpPr>
        <p:spPr>
          <a:xfrm rot="12496800">
            <a:off x="4195440" y="-1222200"/>
            <a:ext cx="7437240" cy="5089320"/>
          </a:xfrm>
          <a:custGeom>
            <a:avLst/>
            <a:gdLst>
              <a:gd name="textAreaLeft" fmla="*/ 0 w 7437240"/>
              <a:gd name="textAreaRight" fmla="*/ 7437600 w 7437240"/>
              <a:gd name="textAreaTop" fmla="*/ 0 h 5089320"/>
              <a:gd name="textAreaBottom" fmla="*/ 5089680 h 50893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554;p39"/>
          <p:cNvSpPr/>
          <p:nvPr/>
        </p:nvSpPr>
        <p:spPr>
          <a:xfrm flipH="1" rot="20394000">
            <a:off x="7671600" y="3029040"/>
            <a:ext cx="1254960" cy="1254960"/>
          </a:xfrm>
          <a:custGeom>
            <a:avLst/>
            <a:gdLst>
              <a:gd name="textAreaLeft" fmla="*/ 360 w 1254960"/>
              <a:gd name="textAreaRight" fmla="*/ 1255680 w 1254960"/>
              <a:gd name="textAreaTop" fmla="*/ 0 h 1254960"/>
              <a:gd name="textAreaBottom" fmla="*/ 1255320 h 125496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Google Shape;555;p39"/>
          <p:cNvSpPr/>
          <p:nvPr/>
        </p:nvSpPr>
        <p:spPr>
          <a:xfrm flipH="1" rot="17167200">
            <a:off x="7450560" y="311256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556;p39"/>
          <p:cNvSpPr/>
          <p:nvPr/>
        </p:nvSpPr>
        <p:spPr>
          <a:xfrm rot="10800000">
            <a:off x="-281880" y="1739160"/>
            <a:ext cx="1125360" cy="1127160"/>
          </a:xfrm>
          <a:custGeom>
            <a:avLst/>
            <a:gdLst>
              <a:gd name="textAreaLeft" fmla="*/ 0 w 1125360"/>
              <a:gd name="textAreaRight" fmla="*/ 1125720 w 1125360"/>
              <a:gd name="textAreaTop" fmla="*/ 0 h 1127160"/>
              <a:gd name="textAreaBottom" fmla="*/ 1127520 h 112716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558;p40"/>
          <p:cNvSpPr/>
          <p:nvPr/>
        </p:nvSpPr>
        <p:spPr>
          <a:xfrm flipH="1">
            <a:off x="-18432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559;p40"/>
          <p:cNvSpPr/>
          <p:nvPr/>
        </p:nvSpPr>
        <p:spPr>
          <a:xfrm rot="14023800">
            <a:off x="3310920" y="-1827360"/>
            <a:ext cx="9205920" cy="6299280"/>
          </a:xfrm>
          <a:custGeom>
            <a:avLst/>
            <a:gdLst>
              <a:gd name="textAreaLeft" fmla="*/ 0 w 9205920"/>
              <a:gd name="textAreaRight" fmla="*/ 9206280 w 9205920"/>
              <a:gd name="textAreaTop" fmla="*/ 0 h 6299280"/>
              <a:gd name="textAreaBottom" fmla="*/ 6299640 h 62992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560;p40"/>
          <p:cNvSpPr/>
          <p:nvPr/>
        </p:nvSpPr>
        <p:spPr>
          <a:xfrm flipH="1">
            <a:off x="-2062080" y="1029240"/>
            <a:ext cx="6410880" cy="6132240"/>
          </a:xfrm>
          <a:custGeom>
            <a:avLst/>
            <a:gdLst>
              <a:gd name="textAreaLeft" fmla="*/ 360 w 6410880"/>
              <a:gd name="textAreaRight" fmla="*/ 6411600 w 6410880"/>
              <a:gd name="textAreaTop" fmla="*/ 0 h 6132240"/>
              <a:gd name="textAreaBottom" fmla="*/ 6132600 h 6132240"/>
            </a:gdLst>
            <a:ahLst/>
            <a:rect l="textAreaLeft" t="textAreaTop" r="textAreaRight" b="textAreaBottom"/>
            <a:pathLst>
              <a:path w="183878" h="208517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Google Shape;561;p40"/>
          <p:cNvSpPr/>
          <p:nvPr/>
        </p:nvSpPr>
        <p:spPr>
          <a:xfrm flipH="1">
            <a:off x="-720" y="171972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562;p40"/>
          <p:cNvSpPr/>
          <p:nvPr/>
        </p:nvSpPr>
        <p:spPr>
          <a:xfrm flipH="1">
            <a:off x="614160" y="-6588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563;p40"/>
          <p:cNvSpPr/>
          <p:nvPr/>
        </p:nvSpPr>
        <p:spPr>
          <a:xfrm flipH="1">
            <a:off x="7050600" y="490536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564;p40"/>
          <p:cNvSpPr/>
          <p:nvPr/>
        </p:nvSpPr>
        <p:spPr>
          <a:xfrm flipH="1">
            <a:off x="7972920" y="-6588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565;p40"/>
          <p:cNvSpPr/>
          <p:nvPr/>
        </p:nvSpPr>
        <p:spPr>
          <a:xfrm flipH="1">
            <a:off x="369720" y="447732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3" name="Google Shape;566;p40"/>
          <p:cNvGrpSpPr/>
          <p:nvPr/>
        </p:nvGrpSpPr>
        <p:grpSpPr>
          <a:xfrm>
            <a:off x="5585760" y="-561960"/>
            <a:ext cx="947160" cy="947160"/>
            <a:chOff x="5585760" y="-561960"/>
            <a:chExt cx="947160" cy="947160"/>
          </a:xfrm>
        </p:grpSpPr>
        <p:sp>
          <p:nvSpPr>
            <p:cNvPr id="414" name="Google Shape;567;p40"/>
            <p:cNvSpPr/>
            <p:nvPr/>
          </p:nvSpPr>
          <p:spPr>
            <a:xfrm flipH="1">
              <a:off x="5585400" y="-561960"/>
              <a:ext cx="947160" cy="947160"/>
            </a:xfrm>
            <a:custGeom>
              <a:avLst/>
              <a:gdLst>
                <a:gd name="textAreaLeft" fmla="*/ -360 w 947160"/>
                <a:gd name="textAreaRight" fmla="*/ 94716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5" name="Google Shape;568;p40"/>
            <p:cNvSpPr/>
            <p:nvPr/>
          </p:nvSpPr>
          <p:spPr>
            <a:xfrm flipH="1">
              <a:off x="5915520" y="-231480"/>
              <a:ext cx="286920" cy="286920"/>
            </a:xfrm>
            <a:custGeom>
              <a:avLst/>
              <a:gdLst>
                <a:gd name="textAreaLeft" fmla="*/ -360 w 286920"/>
                <a:gd name="textAreaRight" fmla="*/ 28692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6" name="Google Shape;569;p40"/>
          <p:cNvSpPr/>
          <p:nvPr/>
        </p:nvSpPr>
        <p:spPr>
          <a:xfrm flipH="1">
            <a:off x="3348720" y="47552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53;p5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54;p5"/>
          <p:cNvSpPr/>
          <p:nvPr/>
        </p:nvSpPr>
        <p:spPr>
          <a:xfrm rot="10800000">
            <a:off x="1812600" y="-19188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Google Shape;60;p5"/>
          <p:cNvSpPr/>
          <p:nvPr/>
        </p:nvSpPr>
        <p:spPr>
          <a:xfrm>
            <a:off x="8148600" y="453276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61;p5"/>
          <p:cNvSpPr/>
          <p:nvPr/>
        </p:nvSpPr>
        <p:spPr>
          <a:xfrm>
            <a:off x="1023840" y="-29592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62;p5"/>
          <p:cNvSpPr/>
          <p:nvPr/>
        </p:nvSpPr>
        <p:spPr>
          <a:xfrm>
            <a:off x="8495280" y="20628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63;p5"/>
          <p:cNvSpPr/>
          <p:nvPr/>
        </p:nvSpPr>
        <p:spPr>
          <a:xfrm>
            <a:off x="-813240" y="47498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Google Shape;64;p5"/>
          <p:cNvSpPr/>
          <p:nvPr/>
        </p:nvSpPr>
        <p:spPr>
          <a:xfrm>
            <a:off x="-694440" y="404964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65;p5"/>
          <p:cNvSpPr/>
          <p:nvPr/>
        </p:nvSpPr>
        <p:spPr>
          <a:xfrm>
            <a:off x="-329040" y="102096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6" name="Google Shape;66;p5"/>
          <p:cNvGrpSpPr/>
          <p:nvPr/>
        </p:nvGrpSpPr>
        <p:grpSpPr>
          <a:xfrm>
            <a:off x="4561200" y="4749840"/>
            <a:ext cx="1264680" cy="1264680"/>
            <a:chOff x="4561200" y="4749840"/>
            <a:chExt cx="1264680" cy="1264680"/>
          </a:xfrm>
        </p:grpSpPr>
        <p:sp>
          <p:nvSpPr>
            <p:cNvPr id="427" name="Google Shape;67;p5"/>
            <p:cNvSpPr/>
            <p:nvPr/>
          </p:nvSpPr>
          <p:spPr>
            <a:xfrm>
              <a:off x="4561200" y="474984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8" name="Google Shape;68;p5"/>
            <p:cNvSpPr/>
            <p:nvPr/>
          </p:nvSpPr>
          <p:spPr>
            <a:xfrm>
              <a:off x="5001840" y="519048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71;p41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572;p41"/>
          <p:cNvSpPr/>
          <p:nvPr/>
        </p:nvSpPr>
        <p:spPr>
          <a:xfrm rot="18523800">
            <a:off x="4301280" y="195552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573;p41"/>
          <p:cNvSpPr/>
          <p:nvPr/>
        </p:nvSpPr>
        <p:spPr>
          <a:xfrm flipH="1" rot="9103200">
            <a:off x="-736200" y="-1679040"/>
            <a:ext cx="7437240" cy="5088960"/>
          </a:xfrm>
          <a:custGeom>
            <a:avLst/>
            <a:gdLst>
              <a:gd name="textAreaLeft" fmla="*/ -360 w 7437240"/>
              <a:gd name="textAreaRight" fmla="*/ 7437240 w 7437240"/>
              <a:gd name="textAreaTop" fmla="*/ 0 h 5088960"/>
              <a:gd name="textAreaBottom" fmla="*/ 5089320 h 508896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574;p41"/>
          <p:cNvSpPr/>
          <p:nvPr/>
        </p:nvSpPr>
        <p:spPr>
          <a:xfrm rot="10800000">
            <a:off x="2141280" y="466704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575;p41"/>
          <p:cNvSpPr/>
          <p:nvPr/>
        </p:nvSpPr>
        <p:spPr>
          <a:xfrm rot="14026800">
            <a:off x="9226080" y="37083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576;p41"/>
          <p:cNvSpPr/>
          <p:nvPr/>
        </p:nvSpPr>
        <p:spPr>
          <a:xfrm flipH="1" rot="10800000">
            <a:off x="7462440" y="-417240"/>
            <a:ext cx="822600" cy="824040"/>
          </a:xfrm>
          <a:custGeom>
            <a:avLst/>
            <a:gdLst>
              <a:gd name="textAreaLeft" fmla="*/ -360 w 822600"/>
              <a:gd name="textAreaRight" fmla="*/ 822600 w 822600"/>
              <a:gd name="textAreaTop" fmla="*/ 0 h 824040"/>
              <a:gd name="textAreaBottom" fmla="*/ 824400 h 82404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8" name="Google Shape;577;p41"/>
          <p:cNvGrpSpPr/>
          <p:nvPr/>
        </p:nvGrpSpPr>
        <p:grpSpPr>
          <a:xfrm>
            <a:off x="324720" y="-271800"/>
            <a:ext cx="1264680" cy="1264680"/>
            <a:chOff x="324720" y="-271800"/>
            <a:chExt cx="1264680" cy="1264680"/>
          </a:xfrm>
        </p:grpSpPr>
        <p:sp>
          <p:nvSpPr>
            <p:cNvPr id="439" name="Google Shape;578;p41"/>
            <p:cNvSpPr/>
            <p:nvPr/>
          </p:nvSpPr>
          <p:spPr>
            <a:xfrm flipV="1">
              <a:off x="324720" y="-27216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-360 h 1264680"/>
                <a:gd name="textAreaBottom" fmla="*/ 126468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0" name="Google Shape;579;p41"/>
            <p:cNvSpPr/>
            <p:nvPr/>
          </p:nvSpPr>
          <p:spPr>
            <a:xfrm flipV="1">
              <a:off x="765360" y="16920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360 h 383040"/>
                <a:gd name="textAreaBottom" fmla="*/ 38376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1" name="Google Shape;580;p41"/>
          <p:cNvSpPr/>
          <p:nvPr/>
        </p:nvSpPr>
        <p:spPr>
          <a:xfrm rot="1206000">
            <a:off x="7274160" y="3683880"/>
            <a:ext cx="1254960" cy="1254960"/>
          </a:xfrm>
          <a:custGeom>
            <a:avLst/>
            <a:gdLst>
              <a:gd name="textAreaLeft" fmla="*/ 0 w 1254960"/>
              <a:gd name="textAreaRight" fmla="*/ 1255320 w 1254960"/>
              <a:gd name="textAreaTop" fmla="*/ 0 h 1254960"/>
              <a:gd name="textAreaBottom" fmla="*/ 1255320 h 125496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581;p41"/>
          <p:cNvSpPr/>
          <p:nvPr/>
        </p:nvSpPr>
        <p:spPr>
          <a:xfrm rot="4432800">
            <a:off x="8298720" y="3767760"/>
            <a:ext cx="451440" cy="451440"/>
          </a:xfrm>
          <a:custGeom>
            <a:avLst/>
            <a:gdLst>
              <a:gd name="textAreaLeft" fmla="*/ 0 w 451440"/>
              <a:gd name="textAreaRight" fmla="*/ 45180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582;p41"/>
          <p:cNvSpPr/>
          <p:nvPr/>
        </p:nvSpPr>
        <p:spPr>
          <a:xfrm flipH="1" rot="10800000">
            <a:off x="-344160" y="4462560"/>
            <a:ext cx="1125360" cy="1127160"/>
          </a:xfrm>
          <a:custGeom>
            <a:avLst/>
            <a:gdLst>
              <a:gd name="textAreaLeft" fmla="*/ 360 w 1125360"/>
              <a:gd name="textAreaRight" fmla="*/ 1126080 w 1125360"/>
              <a:gd name="textAreaTop" fmla="*/ 0 h 1127160"/>
              <a:gd name="textAreaBottom" fmla="*/ 1127520 h 112716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70;p6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71;p6"/>
          <p:cNvSpPr/>
          <p:nvPr/>
        </p:nvSpPr>
        <p:spPr>
          <a:xfrm rot="16200000">
            <a:off x="3043800" y="-1248120"/>
            <a:ext cx="7437240" cy="5089320"/>
          </a:xfrm>
          <a:custGeom>
            <a:avLst/>
            <a:gdLst>
              <a:gd name="textAreaLeft" fmla="*/ 0 w 7437240"/>
              <a:gd name="textAreaRight" fmla="*/ 7437600 w 7437240"/>
              <a:gd name="textAreaTop" fmla="*/ 0 h 5089320"/>
              <a:gd name="textAreaBottom" fmla="*/ 5089680 h 508932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72;p6"/>
          <p:cNvSpPr/>
          <p:nvPr/>
        </p:nvSpPr>
        <p:spPr>
          <a:xfrm flipH="1">
            <a:off x="-694440" y="4532760"/>
            <a:ext cx="1144080" cy="1145160"/>
          </a:xfrm>
          <a:custGeom>
            <a:avLst/>
            <a:gdLst>
              <a:gd name="textAreaLeft" fmla="*/ -360 w 1144080"/>
              <a:gd name="textAreaRight" fmla="*/ 114408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73;p6"/>
          <p:cNvSpPr/>
          <p:nvPr/>
        </p:nvSpPr>
        <p:spPr>
          <a:xfrm flipH="1">
            <a:off x="7181640" y="-29592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74;p6"/>
          <p:cNvSpPr/>
          <p:nvPr/>
        </p:nvSpPr>
        <p:spPr>
          <a:xfrm flipH="1">
            <a:off x="-347760" y="206280"/>
            <a:ext cx="451440" cy="451440"/>
          </a:xfrm>
          <a:custGeom>
            <a:avLst/>
            <a:gdLst>
              <a:gd name="textAreaLeft" fmla="*/ -360 w 451440"/>
              <a:gd name="textAreaRight" fmla="*/ 45144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75;p6"/>
          <p:cNvSpPr/>
          <p:nvPr/>
        </p:nvSpPr>
        <p:spPr>
          <a:xfrm flipH="1">
            <a:off x="7868880" y="404964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76;p6"/>
          <p:cNvSpPr/>
          <p:nvPr/>
        </p:nvSpPr>
        <p:spPr>
          <a:xfrm flipH="1">
            <a:off x="8235000" y="102096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2" name="Google Shape;77;p6"/>
          <p:cNvGrpSpPr/>
          <p:nvPr/>
        </p:nvGrpSpPr>
        <p:grpSpPr>
          <a:xfrm>
            <a:off x="2772360" y="4749840"/>
            <a:ext cx="1264680" cy="1264680"/>
            <a:chOff x="2772360" y="4749840"/>
            <a:chExt cx="1264680" cy="1264680"/>
          </a:xfrm>
        </p:grpSpPr>
        <p:sp>
          <p:nvSpPr>
            <p:cNvPr id="453" name="Google Shape;78;p6"/>
            <p:cNvSpPr/>
            <p:nvPr/>
          </p:nvSpPr>
          <p:spPr>
            <a:xfrm flipH="1">
              <a:off x="2772000" y="4749840"/>
              <a:ext cx="1264680" cy="1264680"/>
            </a:xfrm>
            <a:custGeom>
              <a:avLst/>
              <a:gdLst>
                <a:gd name="textAreaLeft" fmla="*/ -360 w 1264680"/>
                <a:gd name="textAreaRight" fmla="*/ 126468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4" name="Google Shape;79;p6"/>
            <p:cNvSpPr/>
            <p:nvPr/>
          </p:nvSpPr>
          <p:spPr>
            <a:xfrm flipH="1">
              <a:off x="3213720" y="5190480"/>
              <a:ext cx="383040" cy="383040"/>
            </a:xfrm>
            <a:custGeom>
              <a:avLst/>
              <a:gdLst>
                <a:gd name="textAreaLeft" fmla="*/ 360 w 383040"/>
                <a:gd name="textAreaRight" fmla="*/ 38376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82;p7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body"/>
          </p:nvPr>
        </p:nvSpPr>
        <p:spPr>
          <a:xfrm>
            <a:off x="1001520" y="2356560"/>
            <a:ext cx="2847960" cy="118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84;p7"/>
          <p:cNvSpPr/>
          <p:nvPr/>
        </p:nvSpPr>
        <p:spPr>
          <a:xfrm>
            <a:off x="4582080" y="410148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85;p7"/>
          <p:cNvSpPr/>
          <p:nvPr/>
        </p:nvSpPr>
        <p:spPr>
          <a:xfrm>
            <a:off x="7530120" y="428724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86;p7"/>
          <p:cNvSpPr/>
          <p:nvPr/>
        </p:nvSpPr>
        <p:spPr>
          <a:xfrm>
            <a:off x="-983160" y="474984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87;p7"/>
          <p:cNvSpPr/>
          <p:nvPr/>
        </p:nvSpPr>
        <p:spPr>
          <a:xfrm>
            <a:off x="-177120" y="-528480"/>
            <a:ext cx="1423080" cy="1423080"/>
          </a:xfrm>
          <a:custGeom>
            <a:avLst/>
            <a:gdLst>
              <a:gd name="textAreaLeft" fmla="*/ 0 w 1423080"/>
              <a:gd name="textAreaRight" fmla="*/ 142344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88;p7"/>
          <p:cNvSpPr/>
          <p:nvPr/>
        </p:nvSpPr>
        <p:spPr>
          <a:xfrm>
            <a:off x="4450680" y="458208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Google Shape;89;p7"/>
          <p:cNvSpPr/>
          <p:nvPr/>
        </p:nvSpPr>
        <p:spPr>
          <a:xfrm>
            <a:off x="7735320" y="0"/>
            <a:ext cx="1144080" cy="1145160"/>
          </a:xfrm>
          <a:custGeom>
            <a:avLst/>
            <a:gdLst>
              <a:gd name="textAreaLeft" fmla="*/ 0 w 1144080"/>
              <a:gd name="textAreaRight" fmla="*/ 114444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90;p7"/>
          <p:cNvSpPr/>
          <p:nvPr/>
        </p:nvSpPr>
        <p:spPr>
          <a:xfrm>
            <a:off x="7604280" y="480600"/>
            <a:ext cx="392040" cy="393480"/>
          </a:xfrm>
          <a:custGeom>
            <a:avLst/>
            <a:gdLst>
              <a:gd name="textAreaLeft" fmla="*/ 0 w 392040"/>
              <a:gd name="textAreaRight" fmla="*/ 39240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91;p7"/>
          <p:cNvSpPr/>
          <p:nvPr/>
        </p:nvSpPr>
        <p:spPr>
          <a:xfrm>
            <a:off x="4807800" y="7884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8" name="Google Shape;92;p7"/>
          <p:cNvGrpSpPr/>
          <p:nvPr/>
        </p:nvGrpSpPr>
        <p:grpSpPr>
          <a:xfrm>
            <a:off x="-296640" y="4041720"/>
            <a:ext cx="1264680" cy="1264680"/>
            <a:chOff x="-296640" y="4041720"/>
            <a:chExt cx="1264680" cy="1264680"/>
          </a:xfrm>
        </p:grpSpPr>
        <p:sp>
          <p:nvSpPr>
            <p:cNvPr id="469" name="Google Shape;93;p7"/>
            <p:cNvSpPr/>
            <p:nvPr/>
          </p:nvSpPr>
          <p:spPr>
            <a:xfrm>
              <a:off x="-296640" y="40417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0" name="Google Shape;94;p7"/>
            <p:cNvSpPr/>
            <p:nvPr/>
          </p:nvSpPr>
          <p:spPr>
            <a:xfrm>
              <a:off x="144000" y="44827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1" name="Google Shape;95;p7"/>
          <p:cNvSpPr/>
          <p:nvPr/>
        </p:nvSpPr>
        <p:spPr>
          <a:xfrm>
            <a:off x="2131200" y="1501200"/>
            <a:ext cx="7437240" cy="3930480"/>
          </a:xfrm>
          <a:custGeom>
            <a:avLst/>
            <a:gdLst>
              <a:gd name="textAreaLeft" fmla="*/ 0 w 7437240"/>
              <a:gd name="textAreaRight" fmla="*/ 743760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title"/>
          </p:nvPr>
        </p:nvSpPr>
        <p:spPr>
          <a:xfrm>
            <a:off x="968400" y="1600920"/>
            <a:ext cx="29138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55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5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98;p8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Google Shape;99;p8"/>
          <p:cNvSpPr/>
          <p:nvPr/>
        </p:nvSpPr>
        <p:spPr>
          <a:xfrm>
            <a:off x="-574560" y="2914560"/>
            <a:ext cx="7570440" cy="4973040"/>
          </a:xfrm>
          <a:custGeom>
            <a:avLst/>
            <a:gdLst>
              <a:gd name="textAreaLeft" fmla="*/ 0 w 7570440"/>
              <a:gd name="textAreaRight" fmla="*/ 7570800 w 7570440"/>
              <a:gd name="textAreaTop" fmla="*/ 0 h 4973040"/>
              <a:gd name="textAreaBottom" fmla="*/ 4973400 h 4973040"/>
            </a:gdLst>
            <a:ahLst/>
            <a:rect l="textAreaLeft" t="textAreaTop" r="textAreaRight" b="textAreaBottom"/>
            <a:pathLst>
              <a:path w="102546" h="67363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Google Shape;100;p8"/>
          <p:cNvSpPr/>
          <p:nvPr/>
        </p:nvSpPr>
        <p:spPr>
          <a:xfrm rot="10800000">
            <a:off x="3571920" y="-1255320"/>
            <a:ext cx="7437240" cy="3930480"/>
          </a:xfrm>
          <a:custGeom>
            <a:avLst/>
            <a:gdLst>
              <a:gd name="textAreaLeft" fmla="*/ 0 w 7437240"/>
              <a:gd name="textAreaRight" fmla="*/ 7437600 w 7437240"/>
              <a:gd name="textAreaTop" fmla="*/ 0 h 3930480"/>
              <a:gd name="textAreaBottom" fmla="*/ 3930840 h 3930480"/>
            </a:gdLst>
            <a:ahLst/>
            <a:rect l="textAreaLeft" t="textAreaTop" r="textAreaRight" b="textAreaBottom"/>
            <a:pathLst>
              <a:path w="92592" h="48936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101;p8"/>
          <p:cNvSpPr/>
          <p:nvPr/>
        </p:nvSpPr>
        <p:spPr>
          <a:xfrm flipH="1">
            <a:off x="519480" y="43905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102;p8"/>
          <p:cNvSpPr/>
          <p:nvPr/>
        </p:nvSpPr>
        <p:spPr>
          <a:xfrm flipH="1">
            <a:off x="520200" y="22068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103;p8"/>
          <p:cNvSpPr/>
          <p:nvPr/>
        </p:nvSpPr>
        <p:spPr>
          <a:xfrm flipH="1">
            <a:off x="7713720" y="399348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104;p8"/>
          <p:cNvSpPr/>
          <p:nvPr/>
        </p:nvSpPr>
        <p:spPr>
          <a:xfrm flipH="1">
            <a:off x="8009640" y="6375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105;p8"/>
          <p:cNvSpPr/>
          <p:nvPr/>
        </p:nvSpPr>
        <p:spPr>
          <a:xfrm flipH="1">
            <a:off x="712440" y="1928880"/>
            <a:ext cx="392040" cy="393480"/>
          </a:xfrm>
          <a:custGeom>
            <a:avLst/>
            <a:gdLst>
              <a:gd name="textAreaLeft" fmla="*/ -360 w 392040"/>
              <a:gd name="textAreaRight" fmla="*/ 392040 w 39204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fill="none" w="10092" h="10123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>
            <a:solidFill>
              <a:srgbClr val="860cd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1" name="Google Shape;106;p8"/>
          <p:cNvGrpSpPr/>
          <p:nvPr/>
        </p:nvGrpSpPr>
        <p:grpSpPr>
          <a:xfrm>
            <a:off x="4671720" y="-275400"/>
            <a:ext cx="947160" cy="947160"/>
            <a:chOff x="4671720" y="-275400"/>
            <a:chExt cx="947160" cy="947160"/>
          </a:xfrm>
        </p:grpSpPr>
        <p:sp>
          <p:nvSpPr>
            <p:cNvPr id="482" name="Google Shape;107;p8"/>
            <p:cNvSpPr/>
            <p:nvPr/>
          </p:nvSpPr>
          <p:spPr>
            <a:xfrm flipH="1">
              <a:off x="4671360" y="-275400"/>
              <a:ext cx="947160" cy="947160"/>
            </a:xfrm>
            <a:custGeom>
              <a:avLst/>
              <a:gdLst>
                <a:gd name="textAreaLeft" fmla="*/ -360 w 947160"/>
                <a:gd name="textAreaRight" fmla="*/ 947160 w 947160"/>
                <a:gd name="textAreaTop" fmla="*/ 0 h 947160"/>
                <a:gd name="textAreaBottom" fmla="*/ 947520 h 94716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3" name="Google Shape;108;p8"/>
            <p:cNvSpPr/>
            <p:nvPr/>
          </p:nvSpPr>
          <p:spPr>
            <a:xfrm flipH="1">
              <a:off x="5001480" y="55080"/>
              <a:ext cx="286920" cy="286920"/>
            </a:xfrm>
            <a:custGeom>
              <a:avLst/>
              <a:gdLst>
                <a:gd name="textAreaLeft" fmla="*/ -360 w 286920"/>
                <a:gd name="textAreaRight" fmla="*/ 286920 w 286920"/>
                <a:gd name="textAreaTop" fmla="*/ 0 h 286920"/>
                <a:gd name="textAreaBottom" fmla="*/ 287280 h 28692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f0706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84" name="Google Shape;109;p8"/>
          <p:cNvSpPr/>
          <p:nvPr/>
        </p:nvSpPr>
        <p:spPr>
          <a:xfrm flipH="1">
            <a:off x="4799160" y="4755240"/>
            <a:ext cx="692640" cy="694080"/>
          </a:xfrm>
          <a:custGeom>
            <a:avLst/>
            <a:gdLst>
              <a:gd name="textAreaLeft" fmla="*/ 360 w 692640"/>
              <a:gd name="textAreaRight" fmla="*/ 69336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1496160" y="1152000"/>
            <a:ext cx="6151320" cy="283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8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112;p9"/>
          <p:cNvSpPr/>
          <p:nvPr/>
        </p:nvSpPr>
        <p:spPr>
          <a:xfrm>
            <a:off x="-62280" y="-65880"/>
            <a:ext cx="9268560" cy="5275080"/>
          </a:xfrm>
          <a:prstGeom prst="rect">
            <a:avLst/>
          </a:prstGeom>
          <a:gradFill rotWithShape="0">
            <a:gsLst>
              <a:gs pos="0">
                <a:srgbClr val="ffffff">
                  <a:alpha val="41000"/>
                </a:srgbClr>
              </a:gs>
              <a:gs pos="100000">
                <a:srgbClr val="f3f3f3">
                  <a:alpha val="41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13;p9"/>
          <p:cNvSpPr/>
          <p:nvPr/>
        </p:nvSpPr>
        <p:spPr>
          <a:xfrm>
            <a:off x="-135720" y="-231480"/>
            <a:ext cx="8427960" cy="5606280"/>
          </a:xfrm>
          <a:custGeom>
            <a:avLst/>
            <a:gdLst>
              <a:gd name="textAreaLeft" fmla="*/ 0 w 8427960"/>
              <a:gd name="textAreaRight" fmla="*/ 8428320 w 8427960"/>
              <a:gd name="textAreaTop" fmla="*/ 0 h 5606280"/>
              <a:gd name="textAreaBottom" fmla="*/ 5606640 h 5606280"/>
            </a:gdLst>
            <a:ahLst/>
            <a:rect l="textAreaLeft" t="textAreaTop" r="textAreaRight" b="textAreaBottom"/>
            <a:pathLst>
              <a:path w="104747" h="69676">
                <a:moveTo>
                  <a:pt x="0" y="1"/>
                </a:moveTo>
                <a:lnTo>
                  <a:pt x="0" y="69676"/>
                </a:lnTo>
                <a:lnTo>
                  <a:pt x="1799" y="69676"/>
                </a:lnTo>
                <a:cubicBezTo>
                  <a:pt x="5385" y="68581"/>
                  <a:pt x="10134" y="66536"/>
                  <a:pt x="15229" y="62693"/>
                </a:cubicBezTo>
                <a:cubicBezTo>
                  <a:pt x="25977" y="54592"/>
                  <a:pt x="20111" y="44816"/>
                  <a:pt x="30871" y="30850"/>
                </a:cubicBezTo>
                <a:cubicBezTo>
                  <a:pt x="41619" y="16883"/>
                  <a:pt x="59776" y="24984"/>
                  <a:pt x="85194" y="12973"/>
                </a:cubicBezTo>
                <a:cubicBezTo>
                  <a:pt x="96859" y="7464"/>
                  <a:pt x="102289" y="3978"/>
                  <a:pt x="104747" y="1822"/>
                </a:cubicBezTo>
                <a:lnTo>
                  <a:pt x="104747" y="1"/>
                </a:lnTo>
                <a:close/>
              </a:path>
            </a:pathLst>
          </a:custGeom>
          <a:solidFill>
            <a:srgbClr val="d6d7d7">
              <a:alpha val="4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1"/>
          <p:cNvSpPr>
            <a:spLocks noGrp="1"/>
          </p:cNvSpPr>
          <p:nvPr>
            <p:ph type="body"/>
          </p:nvPr>
        </p:nvSpPr>
        <p:spPr>
          <a:xfrm>
            <a:off x="4921560" y="1698840"/>
            <a:ext cx="3371040" cy="24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Google Shape;116;p9"/>
          <p:cNvSpPr/>
          <p:nvPr/>
        </p:nvSpPr>
        <p:spPr>
          <a:xfrm flipH="1" rot="10800000">
            <a:off x="7590240" y="-73008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117;p9"/>
          <p:cNvSpPr/>
          <p:nvPr/>
        </p:nvSpPr>
        <p:spPr>
          <a:xfrm flipH="1" rot="10800000">
            <a:off x="8607240" y="1573560"/>
            <a:ext cx="1423080" cy="1423080"/>
          </a:xfrm>
          <a:custGeom>
            <a:avLst/>
            <a:gdLst>
              <a:gd name="textAreaLeft" fmla="*/ -360 w 1423080"/>
              <a:gd name="textAreaRight" fmla="*/ 142308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118;p9"/>
          <p:cNvSpPr/>
          <p:nvPr/>
        </p:nvSpPr>
        <p:spPr>
          <a:xfrm flipH="1" rot="10800000">
            <a:off x="8293320" y="4692240"/>
            <a:ext cx="451440" cy="451440"/>
          </a:xfrm>
          <a:custGeom>
            <a:avLst/>
            <a:gdLst>
              <a:gd name="textAreaLeft" fmla="*/ 360 w 451440"/>
              <a:gd name="textAreaRight" fmla="*/ 452160 w 451440"/>
              <a:gd name="textAreaTop" fmla="*/ 0 h 451440"/>
              <a:gd name="textAreaBottom" fmla="*/ 451800 h 451440"/>
            </a:gdLst>
            <a:ahLst/>
            <a:rect l="textAreaLeft" t="textAreaTop" r="textAreaRight" b="textAreaBottom"/>
            <a:pathLst>
              <a:path fill="none" w="11612" h="11613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119;p9"/>
          <p:cNvSpPr/>
          <p:nvPr/>
        </p:nvSpPr>
        <p:spPr>
          <a:xfrm flipH="1" rot="10800000">
            <a:off x="4603320" y="4345200"/>
            <a:ext cx="1144080" cy="1145160"/>
          </a:xfrm>
          <a:custGeom>
            <a:avLst/>
            <a:gdLst>
              <a:gd name="textAreaLeft" fmla="*/ 360 w 1144080"/>
              <a:gd name="textAreaRight" fmla="*/ 1144800 w 1144080"/>
              <a:gd name="textAreaTop" fmla="*/ 0 h 1145160"/>
              <a:gd name="textAreaBottom" fmla="*/ 1145520 h 1145160"/>
            </a:gdLst>
            <a:ahLst/>
            <a:rect l="textAreaLeft" t="textAreaTop" r="textAreaRight" b="textAreaBottom"/>
            <a:pathLst>
              <a:path fill="none" w="29424" h="29454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120;p9"/>
          <p:cNvSpPr/>
          <p:nvPr/>
        </p:nvSpPr>
        <p:spPr>
          <a:xfrm flipH="1" rot="10800000">
            <a:off x="-824040" y="-401760"/>
            <a:ext cx="1423080" cy="1423080"/>
          </a:xfrm>
          <a:custGeom>
            <a:avLst/>
            <a:gdLst>
              <a:gd name="textAreaLeft" fmla="*/ 360 w 1423080"/>
              <a:gd name="textAreaRight" fmla="*/ 1423800 w 1423080"/>
              <a:gd name="textAreaTop" fmla="*/ 0 h 1423080"/>
              <a:gd name="textAreaBottom" fmla="*/ 1423440 h 1423080"/>
            </a:gdLst>
            <a:ahLst/>
            <a:rect l="textAreaLeft" t="textAreaTop" r="textAreaRight" b="textAreaBottom"/>
            <a:pathLst>
              <a:path fill="none" w="36598" h="36597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>
            <a:solidFill>
              <a:srgbClr val="63a4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121;p9"/>
          <p:cNvSpPr/>
          <p:nvPr/>
        </p:nvSpPr>
        <p:spPr>
          <a:xfrm>
            <a:off x="-262440" y="2415960"/>
            <a:ext cx="692640" cy="694080"/>
          </a:xfrm>
          <a:custGeom>
            <a:avLst/>
            <a:gdLst>
              <a:gd name="textAreaLeft" fmla="*/ 0 w 692640"/>
              <a:gd name="textAreaRight" fmla="*/ 693000 w 692640"/>
              <a:gd name="textAreaTop" fmla="*/ 0 h 694080"/>
              <a:gd name="textAreaBottom" fmla="*/ 694440 h 694080"/>
            </a:gdLst>
            <a:ahLst/>
            <a:rect l="textAreaLeft" t="textAreaTop" r="textAreaRight" b="textAreaBottom"/>
            <a:pathLst>
              <a:path fill="none" w="17600" h="17631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>
            <a:solidFill>
              <a:srgbClr val="d369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6" name="Google Shape;122;p9"/>
          <p:cNvGrpSpPr/>
          <p:nvPr/>
        </p:nvGrpSpPr>
        <p:grpSpPr>
          <a:xfrm>
            <a:off x="792360" y="4426920"/>
            <a:ext cx="1264680" cy="1264680"/>
            <a:chOff x="792360" y="4426920"/>
            <a:chExt cx="1264680" cy="1264680"/>
          </a:xfrm>
        </p:grpSpPr>
        <p:sp>
          <p:nvSpPr>
            <p:cNvPr id="497" name="Google Shape;123;p9"/>
            <p:cNvSpPr/>
            <p:nvPr/>
          </p:nvSpPr>
          <p:spPr>
            <a:xfrm>
              <a:off x="792360" y="4426920"/>
              <a:ext cx="1264680" cy="1264680"/>
            </a:xfrm>
            <a:custGeom>
              <a:avLst/>
              <a:gdLst>
                <a:gd name="textAreaLeft" fmla="*/ 0 w 1264680"/>
                <a:gd name="textAreaRight" fmla="*/ 1265040 w 1264680"/>
                <a:gd name="textAreaTop" fmla="*/ 0 h 1264680"/>
                <a:gd name="textAreaBottom" fmla="*/ 1265040 h 1264680"/>
              </a:gdLst>
              <a:ahLst/>
              <a:rect l="textAreaLeft" t="textAreaTop" r="textAreaRight" b="textAreaBottom"/>
              <a:pathLst>
                <a:path fill="none" w="14743" h="14743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8" name="Google Shape;124;p9"/>
            <p:cNvSpPr/>
            <p:nvPr/>
          </p:nvSpPr>
          <p:spPr>
            <a:xfrm>
              <a:off x="1233360" y="48675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rect l="textAreaLeft" t="textAreaTop" r="textAreaRight" b="textAreaBottom"/>
              <a:pathLst>
                <a:path fill="none" w="4469" h="4469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>
              <a:solidFill>
                <a:srgbClr val="63a4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body"/>
          </p:nvPr>
        </p:nvSpPr>
        <p:spPr>
          <a:xfrm>
            <a:off x="713160" y="3931200"/>
            <a:ext cx="771732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80000" y="2583360"/>
            <a:ext cx="7020000" cy="4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Caio Ricardo B C Santos – 12724217796</a:t>
            </a:r>
            <a:br>
              <a:rPr sz="2200"/>
            </a:b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Rosana de Sousa Carvalho – 12724222260</a:t>
            </a:r>
            <a:br>
              <a:rPr sz="2200"/>
            </a:b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Elvin Glauco Barbosa Rocha – </a:t>
            </a: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12724120058</a:t>
            </a:r>
            <a:br>
              <a:rPr sz="2200"/>
            </a:b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Lucas Barbosa Placido Reis - </a:t>
            </a:r>
            <a:r>
              <a:rPr b="1" lang="en" sz="2200" spc="-1" strike="noStrike">
                <a:solidFill>
                  <a:schemeClr val="lt1"/>
                </a:solidFill>
                <a:latin typeface="Montserrat"/>
                <a:ea typeface="Montserrat"/>
              </a:rPr>
              <a:t>1272329929</a:t>
            </a:r>
            <a:br>
              <a:rPr sz="2200"/>
            </a:br>
            <a:br>
              <a:rPr sz="2200"/>
            </a:b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PixelGame – Loja de jogos digitais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3" name="Google Shape;606;p45"/>
          <p:cNvGrpSpPr/>
          <p:nvPr/>
        </p:nvGrpSpPr>
        <p:grpSpPr>
          <a:xfrm>
            <a:off x="7691400" y="558360"/>
            <a:ext cx="1060560" cy="1060200"/>
            <a:chOff x="7691400" y="558360"/>
            <a:chExt cx="1060560" cy="1060200"/>
          </a:xfrm>
        </p:grpSpPr>
        <p:sp>
          <p:nvSpPr>
            <p:cNvPr id="504" name="Google Shape;607;p45"/>
            <p:cNvSpPr/>
            <p:nvPr/>
          </p:nvSpPr>
          <p:spPr>
            <a:xfrm rot="1285800">
              <a:off x="7812360" y="679320"/>
              <a:ext cx="818280" cy="817920"/>
            </a:xfrm>
            <a:custGeom>
              <a:avLst/>
              <a:gdLst>
                <a:gd name="textAreaLeft" fmla="*/ 0 w 818280"/>
                <a:gd name="textAreaRight" fmla="*/ 818640 w 818280"/>
                <a:gd name="textAreaTop" fmla="*/ 0 h 817920"/>
                <a:gd name="textAreaBottom" fmla="*/ 818280 h 817920"/>
              </a:gdLst>
              <a:ahLst/>
              <a:rect l="textAreaLeft" t="textAreaTop" r="textAreaRight" b="textAreaBottom"/>
              <a:pathLst>
                <a:path fill="none" w="5564" h="5563">
                  <a:moveTo>
                    <a:pt x="5563" y="2766"/>
                  </a:moveTo>
                  <a:cubicBezTo>
                    <a:pt x="5563" y="4317"/>
                    <a:pt x="4317" y="5563"/>
                    <a:pt x="2767" y="5563"/>
                  </a:cubicBezTo>
                  <a:cubicBezTo>
                    <a:pt x="1217" y="5563"/>
                    <a:pt x="1" y="4317"/>
                    <a:pt x="1" y="2766"/>
                  </a:cubicBezTo>
                  <a:cubicBezTo>
                    <a:pt x="1" y="1247"/>
                    <a:pt x="1217" y="0"/>
                    <a:pt x="2767" y="0"/>
                  </a:cubicBezTo>
                  <a:cubicBezTo>
                    <a:pt x="4317" y="0"/>
                    <a:pt x="5563" y="1247"/>
                    <a:pt x="5563" y="2766"/>
                  </a:cubicBezTo>
                  <a:close/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Google Shape;608;p45"/>
            <p:cNvSpPr/>
            <p:nvPr/>
          </p:nvSpPr>
          <p:spPr>
            <a:xfrm rot="1285800">
              <a:off x="8219160" y="678600"/>
              <a:ext cx="360" cy="8179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817920"/>
                <a:gd name="textAreaBottom" fmla="*/ 818280 h 817920"/>
              </a:gdLst>
              <a:ahLst/>
              <a:rect l="textAreaLeft" t="textAreaTop" r="textAreaRight" b="textAreaBottom"/>
              <a:pathLst>
                <a:path fill="none" w="1" h="5563">
                  <a:moveTo>
                    <a:pt x="1" y="0"/>
                  </a:moveTo>
                  <a:lnTo>
                    <a:pt x="1" y="5563"/>
                  </a:ln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6" name="Google Shape;609;p45"/>
            <p:cNvSpPr/>
            <p:nvPr/>
          </p:nvSpPr>
          <p:spPr>
            <a:xfrm rot="1285800">
              <a:off x="8035560" y="637560"/>
              <a:ext cx="133920" cy="80928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0 h 809280"/>
                <a:gd name="textAreaBottom" fmla="*/ 809640 h 809280"/>
              </a:gdLst>
              <a:ahLst/>
              <a:rect l="textAreaLeft" t="textAreaTop" r="textAreaRight" b="textAreaBottom"/>
              <a:pathLst>
                <a:path fill="none" w="913" h="5503">
                  <a:moveTo>
                    <a:pt x="913" y="5502"/>
                  </a:moveTo>
                  <a:cubicBezTo>
                    <a:pt x="913" y="5502"/>
                    <a:pt x="1" y="4712"/>
                    <a:pt x="1" y="2736"/>
                  </a:cubicBezTo>
                  <a:cubicBezTo>
                    <a:pt x="1" y="791"/>
                    <a:pt x="913" y="1"/>
                    <a:pt x="913" y="1"/>
                  </a:cubicBez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Google Shape;610;p45"/>
            <p:cNvSpPr/>
            <p:nvPr/>
          </p:nvSpPr>
          <p:spPr>
            <a:xfrm rot="1285800">
              <a:off x="8272800" y="730440"/>
              <a:ext cx="133920" cy="80928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0 h 809280"/>
                <a:gd name="textAreaBottom" fmla="*/ 809640 h 809280"/>
              </a:gdLst>
              <a:ahLst/>
              <a:rect l="textAreaLeft" t="textAreaTop" r="textAreaRight" b="textAreaBottom"/>
              <a:pathLst>
                <a:path fill="none" w="913" h="5503">
                  <a:moveTo>
                    <a:pt x="0" y="5502"/>
                  </a:moveTo>
                  <a:cubicBezTo>
                    <a:pt x="0" y="5502"/>
                    <a:pt x="912" y="4712"/>
                    <a:pt x="912" y="2736"/>
                  </a:cubicBezTo>
                  <a:cubicBezTo>
                    <a:pt x="912" y="791"/>
                    <a:pt x="0" y="1"/>
                    <a:pt x="0" y="1"/>
                  </a:cubicBez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Google Shape;611;p45"/>
            <p:cNvSpPr/>
            <p:nvPr/>
          </p:nvSpPr>
          <p:spPr>
            <a:xfrm rot="1285800">
              <a:off x="7808400" y="1085760"/>
              <a:ext cx="822600" cy="36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594" h="1">
                  <a:moveTo>
                    <a:pt x="0" y="0"/>
                  </a:moveTo>
                  <a:lnTo>
                    <a:pt x="5593" y="0"/>
                  </a:ln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Google Shape;612;p45"/>
            <p:cNvSpPr/>
            <p:nvPr/>
          </p:nvSpPr>
          <p:spPr>
            <a:xfrm rot="1285800">
              <a:off x="7828560" y="1264320"/>
              <a:ext cx="625680" cy="66960"/>
            </a:xfrm>
            <a:custGeom>
              <a:avLst/>
              <a:gdLst>
                <a:gd name="textAreaLeft" fmla="*/ 0 w 625680"/>
                <a:gd name="textAreaRight" fmla="*/ 626040 w 62568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fill="none" w="4256" h="457">
                  <a:moveTo>
                    <a:pt x="4256" y="456"/>
                  </a:moveTo>
                  <a:cubicBezTo>
                    <a:pt x="3830" y="244"/>
                    <a:pt x="3101" y="0"/>
                    <a:pt x="2098" y="0"/>
                  </a:cubicBezTo>
                  <a:cubicBezTo>
                    <a:pt x="1125" y="0"/>
                    <a:pt x="426" y="213"/>
                    <a:pt x="1" y="456"/>
                  </a:cubicBez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0" name="Google Shape;613;p45"/>
            <p:cNvSpPr/>
            <p:nvPr/>
          </p:nvSpPr>
          <p:spPr>
            <a:xfrm rot="1285800">
              <a:off x="7986240" y="860040"/>
              <a:ext cx="625680" cy="71280"/>
            </a:xfrm>
            <a:custGeom>
              <a:avLst/>
              <a:gdLst>
                <a:gd name="textAreaLeft" fmla="*/ 0 w 625680"/>
                <a:gd name="textAreaRight" fmla="*/ 626040 w 625680"/>
                <a:gd name="textAreaTop" fmla="*/ 0 h 71280"/>
                <a:gd name="textAreaBottom" fmla="*/ 71640 h 71280"/>
              </a:gdLst>
              <a:ahLst/>
              <a:rect l="textAreaLeft" t="textAreaTop" r="textAreaRight" b="textAreaBottom"/>
              <a:pathLst>
                <a:path fill="none" w="4256" h="487">
                  <a:moveTo>
                    <a:pt x="1" y="0"/>
                  </a:moveTo>
                  <a:cubicBezTo>
                    <a:pt x="426" y="243"/>
                    <a:pt x="1125" y="486"/>
                    <a:pt x="2159" y="486"/>
                  </a:cubicBezTo>
                  <a:cubicBezTo>
                    <a:pt x="3131" y="486"/>
                    <a:pt x="3830" y="243"/>
                    <a:pt x="4256" y="30"/>
                  </a:cubicBezTo>
                </a:path>
              </a:pathLst>
            </a:custGeom>
            <a:noFill/>
            <a:ln w="9525">
              <a:solidFill>
                <a:srgbClr val="d369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619;p46"/>
          <p:cNvGrpSpPr/>
          <p:nvPr/>
        </p:nvGrpSpPr>
        <p:grpSpPr>
          <a:xfrm>
            <a:off x="1411200" y="1626480"/>
            <a:ext cx="1694160" cy="2354040"/>
            <a:chOff x="1411200" y="1626480"/>
            <a:chExt cx="1694160" cy="2354040"/>
          </a:xfrm>
        </p:grpSpPr>
        <p:sp>
          <p:nvSpPr>
            <p:cNvPr id="512" name="Google Shape;620;p46"/>
            <p:cNvSpPr/>
            <p:nvPr/>
          </p:nvSpPr>
          <p:spPr>
            <a:xfrm>
              <a:off x="1411200" y="1626480"/>
              <a:ext cx="1691280" cy="2354040"/>
            </a:xfrm>
            <a:prstGeom prst="roundRect">
              <a:avLst>
                <a:gd name="adj" fmla="val 4850"/>
              </a:avLst>
            </a:prstGeom>
            <a:gradFill rotWithShape="0">
              <a:gsLst>
                <a:gs pos="0">
                  <a:srgbClr val="f7ed8b"/>
                </a:gs>
                <a:gs pos="100000">
                  <a:srgbClr val="8be1e5"/>
                </a:gs>
              </a:gsLst>
              <a:lin ang="10800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3" name="Google Shape;621;p46"/>
            <p:cNvSpPr/>
            <p:nvPr/>
          </p:nvSpPr>
          <p:spPr>
            <a:xfrm>
              <a:off x="1484280" y="2154240"/>
              <a:ext cx="1545120" cy="44532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4" name="Google Shape;622;p46"/>
            <p:cNvSpPr/>
            <p:nvPr/>
          </p:nvSpPr>
          <p:spPr>
            <a:xfrm>
              <a:off x="1484280" y="2669760"/>
              <a:ext cx="1545120" cy="35748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Google Shape;623;p46"/>
            <p:cNvSpPr/>
            <p:nvPr/>
          </p:nvSpPr>
          <p:spPr>
            <a:xfrm>
              <a:off x="1484280" y="3097800"/>
              <a:ext cx="1545120" cy="29052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6" name="Google Shape;624;p46"/>
            <p:cNvSpPr/>
            <p:nvPr/>
          </p:nvSpPr>
          <p:spPr>
            <a:xfrm>
              <a:off x="2288880" y="3473640"/>
              <a:ext cx="740520" cy="43164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7" name="Google Shape;625;p46"/>
            <p:cNvSpPr/>
            <p:nvPr/>
          </p:nvSpPr>
          <p:spPr>
            <a:xfrm>
              <a:off x="1411920" y="1857960"/>
              <a:ext cx="1693440" cy="36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Google Shape;626;p46"/>
            <p:cNvSpPr/>
            <p:nvPr/>
          </p:nvSpPr>
          <p:spPr>
            <a:xfrm>
              <a:off x="1411920" y="2087280"/>
              <a:ext cx="1693440" cy="36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Google Shape;627;p46"/>
            <p:cNvSpPr/>
            <p:nvPr/>
          </p:nvSpPr>
          <p:spPr>
            <a:xfrm>
              <a:off x="1518120" y="1723680"/>
              <a:ext cx="42840" cy="414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Google Shape;628;p46"/>
            <p:cNvSpPr/>
            <p:nvPr/>
          </p:nvSpPr>
          <p:spPr>
            <a:xfrm>
              <a:off x="1611000" y="1723680"/>
              <a:ext cx="42840" cy="414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Google Shape;629;p46"/>
            <p:cNvSpPr/>
            <p:nvPr/>
          </p:nvSpPr>
          <p:spPr>
            <a:xfrm>
              <a:off x="1706040" y="1723680"/>
              <a:ext cx="41400" cy="414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61" h="761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Google Shape;630;p46"/>
            <p:cNvSpPr/>
            <p:nvPr/>
          </p:nvSpPr>
          <p:spPr>
            <a:xfrm>
              <a:off x="1523160" y="1972800"/>
              <a:ext cx="295560" cy="3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2" h="1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Google Shape;631;p46"/>
            <p:cNvSpPr/>
            <p:nvPr/>
          </p:nvSpPr>
          <p:spPr>
            <a:xfrm>
              <a:off x="1969920" y="1972800"/>
              <a:ext cx="293760" cy="36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Google Shape;632;p46"/>
            <p:cNvSpPr/>
            <p:nvPr/>
          </p:nvSpPr>
          <p:spPr>
            <a:xfrm>
              <a:off x="2415240" y="1972800"/>
              <a:ext cx="293760" cy="36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Google Shape;633;p46"/>
            <p:cNvSpPr/>
            <p:nvPr/>
          </p:nvSpPr>
          <p:spPr>
            <a:xfrm>
              <a:off x="2288880" y="3587040"/>
              <a:ext cx="740520" cy="262080"/>
            </a:xfrm>
            <a:custGeom>
              <a:avLst/>
              <a:gdLst>
                <a:gd name="textAreaLeft" fmla="*/ 0 w 740520"/>
                <a:gd name="textAreaRight" fmla="*/ 740880 w 740520"/>
                <a:gd name="textAreaTop" fmla="*/ 0 h 262080"/>
                <a:gd name="textAreaBottom" fmla="*/ 262440 h 2620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6" name="Google Shape;634;p46"/>
            <p:cNvSpPr/>
            <p:nvPr/>
          </p:nvSpPr>
          <p:spPr>
            <a:xfrm>
              <a:off x="2395800" y="357552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rect l="textAreaLeft" t="textAreaTop" r="textAreaRight" b="textAreaBottom"/>
              <a:pathLst>
                <a:path fill="none" w="1429" h="143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Google Shape;635;p46"/>
            <p:cNvSpPr/>
            <p:nvPr/>
          </p:nvSpPr>
          <p:spPr>
            <a:xfrm>
              <a:off x="1484280" y="3473640"/>
              <a:ext cx="740520" cy="43164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Google Shape;636;p46"/>
            <p:cNvSpPr/>
            <p:nvPr/>
          </p:nvSpPr>
          <p:spPr>
            <a:xfrm>
              <a:off x="1484280" y="3587040"/>
              <a:ext cx="740520" cy="262080"/>
            </a:xfrm>
            <a:custGeom>
              <a:avLst/>
              <a:gdLst>
                <a:gd name="textAreaLeft" fmla="*/ 0 w 740520"/>
                <a:gd name="textAreaRight" fmla="*/ 740880 w 740520"/>
                <a:gd name="textAreaTop" fmla="*/ 0 h 262080"/>
                <a:gd name="textAreaBottom" fmla="*/ 262440 h 2620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Google Shape;637;p46"/>
            <p:cNvSpPr/>
            <p:nvPr/>
          </p:nvSpPr>
          <p:spPr>
            <a:xfrm>
              <a:off x="1585800" y="3575520"/>
              <a:ext cx="79560" cy="7776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77760"/>
                <a:gd name="textAreaBottom" fmla="*/ 78120 h 77760"/>
              </a:gdLst>
              <a:ahLst/>
              <a:rect l="textAreaLeft" t="textAreaTop" r="textAreaRight" b="textAreaBottom"/>
              <a:pathLst>
                <a:path fill="none" w="1460" h="143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0" name="PlaceHolder 1"/>
          <p:cNvSpPr>
            <a:spLocks noGrp="1"/>
          </p:cNvSpPr>
          <p:nvPr>
            <p:ph type="subTitle"/>
          </p:nvPr>
        </p:nvSpPr>
        <p:spPr>
          <a:xfrm>
            <a:off x="5101560" y="1626480"/>
            <a:ext cx="3386520" cy="8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1400" spc="-1" strike="noStrike">
                <a:solidFill>
                  <a:srgbClr val="242424"/>
                </a:solidFill>
                <a:latin typeface="Quicksand"/>
                <a:ea typeface="Quicksand"/>
              </a:rPr>
              <a:t>Considerando a deficiência de recursos de usabilidade e acessibilidade em lojas de games digitais de alcance global, o projeto PixelGame se destaca nesse sentido: navegação, personalização e usabilidade foram o foco.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title"/>
          </p:nvPr>
        </p:nvSpPr>
        <p:spPr>
          <a:xfrm>
            <a:off x="713160" y="658080"/>
            <a:ext cx="771732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Problema ou Oportunidade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2" name="Google Shape;642;p46"/>
          <p:cNvGrpSpPr/>
          <p:nvPr/>
        </p:nvGrpSpPr>
        <p:grpSpPr>
          <a:xfrm>
            <a:off x="865440" y="1953720"/>
            <a:ext cx="1694520" cy="2354040"/>
            <a:chOff x="865440" y="1953720"/>
            <a:chExt cx="1694520" cy="2354040"/>
          </a:xfrm>
        </p:grpSpPr>
        <p:sp>
          <p:nvSpPr>
            <p:cNvPr id="533" name="Google Shape;643;p46"/>
            <p:cNvSpPr/>
            <p:nvPr/>
          </p:nvSpPr>
          <p:spPr>
            <a:xfrm>
              <a:off x="865440" y="1953720"/>
              <a:ext cx="1691280" cy="2354040"/>
            </a:xfrm>
            <a:prstGeom prst="roundRect">
              <a:avLst>
                <a:gd name="adj" fmla="val 4850"/>
              </a:avLst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4" name="Google Shape;644;p46"/>
            <p:cNvSpPr/>
            <p:nvPr/>
          </p:nvSpPr>
          <p:spPr>
            <a:xfrm>
              <a:off x="938520" y="2481480"/>
              <a:ext cx="1545120" cy="44532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Google Shape;645;p46"/>
            <p:cNvSpPr/>
            <p:nvPr/>
          </p:nvSpPr>
          <p:spPr>
            <a:xfrm>
              <a:off x="938520" y="2997000"/>
              <a:ext cx="1545120" cy="35748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6" name="Google Shape;646;p46"/>
            <p:cNvSpPr/>
            <p:nvPr/>
          </p:nvSpPr>
          <p:spPr>
            <a:xfrm>
              <a:off x="938520" y="3425040"/>
              <a:ext cx="1545120" cy="29052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7" name="Google Shape;647;p46"/>
            <p:cNvSpPr/>
            <p:nvPr/>
          </p:nvSpPr>
          <p:spPr>
            <a:xfrm>
              <a:off x="1743480" y="3800880"/>
              <a:ext cx="740520" cy="43164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8" name="Google Shape;648;p46"/>
            <p:cNvSpPr/>
            <p:nvPr/>
          </p:nvSpPr>
          <p:spPr>
            <a:xfrm>
              <a:off x="866520" y="2185200"/>
              <a:ext cx="1693440" cy="36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Google Shape;649;p46"/>
            <p:cNvSpPr/>
            <p:nvPr/>
          </p:nvSpPr>
          <p:spPr>
            <a:xfrm>
              <a:off x="866520" y="2414520"/>
              <a:ext cx="1693440" cy="36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Google Shape;650;p46"/>
            <p:cNvSpPr/>
            <p:nvPr/>
          </p:nvSpPr>
          <p:spPr>
            <a:xfrm>
              <a:off x="972720" y="2050920"/>
              <a:ext cx="42840" cy="414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1" name="Google Shape;651;p46"/>
            <p:cNvSpPr/>
            <p:nvPr/>
          </p:nvSpPr>
          <p:spPr>
            <a:xfrm>
              <a:off x="1065600" y="2050920"/>
              <a:ext cx="42840" cy="414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2" name="Google Shape;652;p46"/>
            <p:cNvSpPr/>
            <p:nvPr/>
          </p:nvSpPr>
          <p:spPr>
            <a:xfrm>
              <a:off x="1160280" y="2050920"/>
              <a:ext cx="41400" cy="414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1400"/>
                <a:gd name="textAreaBottom" fmla="*/ 41760 h 41400"/>
              </a:gdLst>
              <a:ahLst/>
              <a:rect l="textAreaLeft" t="textAreaTop" r="textAreaRight" b="textAreaBottom"/>
              <a:pathLst>
                <a:path fill="none" w="761" h="761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Google Shape;653;p46"/>
            <p:cNvSpPr/>
            <p:nvPr/>
          </p:nvSpPr>
          <p:spPr>
            <a:xfrm>
              <a:off x="977760" y="2300040"/>
              <a:ext cx="295560" cy="3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2" h="1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4" name="Google Shape;654;p46"/>
            <p:cNvSpPr/>
            <p:nvPr/>
          </p:nvSpPr>
          <p:spPr>
            <a:xfrm>
              <a:off x="1424520" y="2300040"/>
              <a:ext cx="293760" cy="36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Google Shape;655;p46"/>
            <p:cNvSpPr/>
            <p:nvPr/>
          </p:nvSpPr>
          <p:spPr>
            <a:xfrm>
              <a:off x="1869480" y="2300040"/>
              <a:ext cx="293760" cy="36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6" name="Google Shape;656;p46"/>
            <p:cNvSpPr/>
            <p:nvPr/>
          </p:nvSpPr>
          <p:spPr>
            <a:xfrm>
              <a:off x="1743480" y="3914280"/>
              <a:ext cx="740520" cy="262080"/>
            </a:xfrm>
            <a:custGeom>
              <a:avLst/>
              <a:gdLst>
                <a:gd name="textAreaLeft" fmla="*/ 0 w 740520"/>
                <a:gd name="textAreaRight" fmla="*/ 740880 w 740520"/>
                <a:gd name="textAreaTop" fmla="*/ 0 h 262080"/>
                <a:gd name="textAreaBottom" fmla="*/ 262440 h 2620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7" name="Google Shape;657;p46"/>
            <p:cNvSpPr/>
            <p:nvPr/>
          </p:nvSpPr>
          <p:spPr>
            <a:xfrm>
              <a:off x="1850400" y="39027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rect l="textAreaLeft" t="textAreaTop" r="textAreaRight" b="textAreaBottom"/>
              <a:pathLst>
                <a:path fill="none" w="1429" h="143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Google Shape;658;p46"/>
            <p:cNvSpPr/>
            <p:nvPr/>
          </p:nvSpPr>
          <p:spPr>
            <a:xfrm>
              <a:off x="938880" y="3800880"/>
              <a:ext cx="740520" cy="43164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9" name="Google Shape;659;p46"/>
            <p:cNvSpPr/>
            <p:nvPr/>
          </p:nvSpPr>
          <p:spPr>
            <a:xfrm>
              <a:off x="938880" y="3914280"/>
              <a:ext cx="740520" cy="262080"/>
            </a:xfrm>
            <a:custGeom>
              <a:avLst/>
              <a:gdLst>
                <a:gd name="textAreaLeft" fmla="*/ 0 w 740520"/>
                <a:gd name="textAreaRight" fmla="*/ 740880 w 740520"/>
                <a:gd name="textAreaTop" fmla="*/ 0 h 262080"/>
                <a:gd name="textAreaBottom" fmla="*/ 262440 h 2620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Google Shape;660;p46"/>
            <p:cNvSpPr/>
            <p:nvPr/>
          </p:nvSpPr>
          <p:spPr>
            <a:xfrm>
              <a:off x="1040040" y="3902760"/>
              <a:ext cx="79560" cy="7776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77760"/>
                <a:gd name="textAreaBottom" fmla="*/ 78120 h 77760"/>
              </a:gdLst>
              <a:ahLst/>
              <a:rect l="textAreaLeft" t="textAreaTop" r="textAreaRight" b="textAreaBottom"/>
              <a:pathLst>
                <a:path fill="none" w="1460" h="143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665;p47"/>
          <p:cNvGrpSpPr/>
          <p:nvPr/>
        </p:nvGrpSpPr>
        <p:grpSpPr>
          <a:xfrm>
            <a:off x="5487480" y="1717920"/>
            <a:ext cx="2862360" cy="2707560"/>
            <a:chOff x="5487480" y="1717920"/>
            <a:chExt cx="2862360" cy="2707560"/>
          </a:xfrm>
        </p:grpSpPr>
        <p:sp>
          <p:nvSpPr>
            <p:cNvPr id="552" name="Google Shape;666;p 2"/>
            <p:cNvSpPr/>
            <p:nvPr/>
          </p:nvSpPr>
          <p:spPr>
            <a:xfrm>
              <a:off x="5487480" y="1717920"/>
              <a:ext cx="2859480" cy="2707200"/>
            </a:xfrm>
            <a:prstGeom prst="roundRect">
              <a:avLst>
                <a:gd name="adj" fmla="val 4850"/>
              </a:avLst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3" name="Google Shape;667;p 2"/>
            <p:cNvSpPr/>
            <p:nvPr/>
          </p:nvSpPr>
          <p:spPr>
            <a:xfrm>
              <a:off x="6465240" y="3842280"/>
              <a:ext cx="851760" cy="49644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Google Shape;668;p 2"/>
            <p:cNvSpPr/>
            <p:nvPr/>
          </p:nvSpPr>
          <p:spPr>
            <a:xfrm>
              <a:off x="7390800" y="3842280"/>
              <a:ext cx="851760" cy="49644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5" name="Google Shape;669;p 2"/>
            <p:cNvSpPr/>
            <p:nvPr/>
          </p:nvSpPr>
          <p:spPr>
            <a:xfrm>
              <a:off x="6464520" y="2324880"/>
              <a:ext cx="1764720" cy="145692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6" name="Google Shape;670;p 2"/>
            <p:cNvSpPr/>
            <p:nvPr/>
          </p:nvSpPr>
          <p:spPr>
            <a:xfrm>
              <a:off x="5488200" y="1984680"/>
              <a:ext cx="2861640" cy="36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Google Shape;671;p 2"/>
            <p:cNvSpPr/>
            <p:nvPr/>
          </p:nvSpPr>
          <p:spPr>
            <a:xfrm>
              <a:off x="5488200" y="2248200"/>
              <a:ext cx="2861640" cy="36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Google Shape;672;p 2"/>
            <p:cNvSpPr/>
            <p:nvPr/>
          </p:nvSpPr>
          <p:spPr>
            <a:xfrm>
              <a:off x="5610600" y="1829880"/>
              <a:ext cx="49320" cy="47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9" name="Google Shape;673;p 2"/>
            <p:cNvSpPr/>
            <p:nvPr/>
          </p:nvSpPr>
          <p:spPr>
            <a:xfrm>
              <a:off x="5717520" y="1829880"/>
              <a:ext cx="49320" cy="47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Google Shape;674;p 2"/>
            <p:cNvSpPr/>
            <p:nvPr/>
          </p:nvSpPr>
          <p:spPr>
            <a:xfrm>
              <a:off x="5826240" y="182988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61" h="761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1" name="Google Shape;675;p 2"/>
            <p:cNvSpPr/>
            <p:nvPr/>
          </p:nvSpPr>
          <p:spPr>
            <a:xfrm>
              <a:off x="5616360" y="2116440"/>
              <a:ext cx="339840" cy="36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2" h="1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Google Shape;676;p 2"/>
            <p:cNvSpPr/>
            <p:nvPr/>
          </p:nvSpPr>
          <p:spPr>
            <a:xfrm>
              <a:off x="6130080" y="2116440"/>
              <a:ext cx="337680" cy="36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Google Shape;677;p 2"/>
            <p:cNvSpPr/>
            <p:nvPr/>
          </p:nvSpPr>
          <p:spPr>
            <a:xfrm>
              <a:off x="6642000" y="2116440"/>
              <a:ext cx="337680" cy="36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4" name="Google Shape;678;p 2"/>
            <p:cNvSpPr/>
            <p:nvPr/>
          </p:nvSpPr>
          <p:spPr>
            <a:xfrm>
              <a:off x="7153920" y="2116440"/>
              <a:ext cx="339840" cy="36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1" h="1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5" name="Google Shape;679;p 2"/>
            <p:cNvSpPr/>
            <p:nvPr/>
          </p:nvSpPr>
          <p:spPr>
            <a:xfrm>
              <a:off x="6390000" y="2248200"/>
              <a:ext cx="360" cy="21772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77280"/>
                <a:gd name="textAreaBottom" fmla="*/ 2177640 h 2177280"/>
              </a:gdLst>
              <a:ahLst/>
              <a:rect l="textAreaLeft" t="textAreaTop" r="textAreaRight" b="textAreaBottom"/>
              <a:pathLst>
                <a:path fill="none" w="0" h="34652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Google Shape;680;p 2"/>
            <p:cNvSpPr/>
            <p:nvPr/>
          </p:nvSpPr>
          <p:spPr>
            <a:xfrm>
              <a:off x="5488200" y="263592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7" name="Google Shape;681;p 2"/>
            <p:cNvSpPr/>
            <p:nvPr/>
          </p:nvSpPr>
          <p:spPr>
            <a:xfrm>
              <a:off x="5488200" y="302364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8" name="Google Shape;682;p 2"/>
            <p:cNvSpPr/>
            <p:nvPr/>
          </p:nvSpPr>
          <p:spPr>
            <a:xfrm>
              <a:off x="5488200" y="340956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Google Shape;683;p 2"/>
            <p:cNvSpPr/>
            <p:nvPr/>
          </p:nvSpPr>
          <p:spPr>
            <a:xfrm>
              <a:off x="5488200" y="379728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0" name="Google Shape;684;p 2"/>
            <p:cNvSpPr/>
            <p:nvPr/>
          </p:nvSpPr>
          <p:spPr>
            <a:xfrm>
              <a:off x="5488200" y="418320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1" name="Google Shape;685;p 2"/>
            <p:cNvSpPr/>
            <p:nvPr/>
          </p:nvSpPr>
          <p:spPr>
            <a:xfrm>
              <a:off x="5820480" y="241056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Google Shape;686;p 2"/>
            <p:cNvSpPr/>
            <p:nvPr/>
          </p:nvSpPr>
          <p:spPr>
            <a:xfrm>
              <a:off x="5820480" y="2473560"/>
              <a:ext cx="362520" cy="36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776" h="1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Google Shape;687;p 2"/>
            <p:cNvSpPr/>
            <p:nvPr/>
          </p:nvSpPr>
          <p:spPr>
            <a:xfrm>
              <a:off x="5820480" y="279828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Google Shape;688;p 2"/>
            <p:cNvSpPr/>
            <p:nvPr/>
          </p:nvSpPr>
          <p:spPr>
            <a:xfrm>
              <a:off x="5820480" y="286128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5" name="Google Shape;689;p 2"/>
            <p:cNvSpPr/>
            <p:nvPr/>
          </p:nvSpPr>
          <p:spPr>
            <a:xfrm>
              <a:off x="5820480" y="318600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6" name="Google Shape;690;p 2"/>
            <p:cNvSpPr/>
            <p:nvPr/>
          </p:nvSpPr>
          <p:spPr>
            <a:xfrm>
              <a:off x="5820480" y="3247200"/>
              <a:ext cx="301320" cy="36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4803" h="1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7" name="Google Shape;691;p 2"/>
            <p:cNvSpPr/>
            <p:nvPr/>
          </p:nvSpPr>
          <p:spPr>
            <a:xfrm>
              <a:off x="5820480" y="357192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8" name="Google Shape;692;p 2"/>
            <p:cNvSpPr/>
            <p:nvPr/>
          </p:nvSpPr>
          <p:spPr>
            <a:xfrm>
              <a:off x="5820480" y="3634920"/>
              <a:ext cx="225000" cy="36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3587" h="1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9" name="Google Shape;693;p 2"/>
            <p:cNvSpPr/>
            <p:nvPr/>
          </p:nvSpPr>
          <p:spPr>
            <a:xfrm>
              <a:off x="5820480" y="395964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0" name="Google Shape;694;p 2"/>
            <p:cNvSpPr/>
            <p:nvPr/>
          </p:nvSpPr>
          <p:spPr>
            <a:xfrm>
              <a:off x="5820480" y="4020840"/>
              <a:ext cx="362520" cy="36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776" h="1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1" name="Google Shape;695;p 2"/>
            <p:cNvSpPr/>
            <p:nvPr/>
          </p:nvSpPr>
          <p:spPr>
            <a:xfrm>
              <a:off x="6465240" y="3972960"/>
              <a:ext cx="851760" cy="301680"/>
            </a:xfrm>
            <a:custGeom>
              <a:avLst/>
              <a:gdLst>
                <a:gd name="textAreaLeft" fmla="*/ 0 w 851760"/>
                <a:gd name="textAreaRight" fmla="*/ 852120 w 851760"/>
                <a:gd name="textAreaTop" fmla="*/ 0 h 301680"/>
                <a:gd name="textAreaBottom" fmla="*/ 302040 h 3016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2" name="Google Shape;696;p 2"/>
            <p:cNvSpPr/>
            <p:nvPr/>
          </p:nvSpPr>
          <p:spPr>
            <a:xfrm>
              <a:off x="6588360" y="3959640"/>
              <a:ext cx="89280" cy="89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89640"/>
                <a:gd name="textAreaBottom" fmla="*/ 90000 h 89640"/>
              </a:gdLst>
              <a:ahLst/>
              <a:rect l="textAreaLeft" t="textAreaTop" r="textAreaRight" b="textAreaBottom"/>
              <a:pathLst>
                <a:path fill="none" w="1429" h="143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3" name="Google Shape;697;p 2"/>
            <p:cNvSpPr/>
            <p:nvPr/>
          </p:nvSpPr>
          <p:spPr>
            <a:xfrm>
              <a:off x="7390800" y="3972960"/>
              <a:ext cx="851760" cy="301680"/>
            </a:xfrm>
            <a:custGeom>
              <a:avLst/>
              <a:gdLst>
                <a:gd name="textAreaLeft" fmla="*/ 0 w 851760"/>
                <a:gd name="textAreaRight" fmla="*/ 852120 w 851760"/>
                <a:gd name="textAreaTop" fmla="*/ 0 h 301680"/>
                <a:gd name="textAreaBottom" fmla="*/ 302040 h 3016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4" name="Google Shape;698;p 2"/>
            <p:cNvSpPr/>
            <p:nvPr/>
          </p:nvSpPr>
          <p:spPr>
            <a:xfrm>
              <a:off x="7507080" y="3959640"/>
              <a:ext cx="91440" cy="896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89640"/>
                <a:gd name="textAreaBottom" fmla="*/ 90000 h 89640"/>
              </a:gdLst>
              <a:ahLst/>
              <a:rect l="textAreaLeft" t="textAreaTop" r="textAreaRight" b="textAreaBottom"/>
              <a:pathLst>
                <a:path fill="none" w="1460" h="143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5" name="Google Shape;699;p 2"/>
            <p:cNvSpPr/>
            <p:nvPr/>
          </p:nvSpPr>
          <p:spPr>
            <a:xfrm>
              <a:off x="7180560" y="2815560"/>
              <a:ext cx="341640" cy="3416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41640"/>
                <a:gd name="textAreaBottom" fmla="*/ 342000 h 341640"/>
              </a:gdLst>
              <a:ahLst/>
              <a:rect l="textAreaLeft" t="textAreaTop" r="textAreaRight" b="textAreaBottom"/>
              <a:pathLst>
                <a:path fill="none" w="5442" h="5441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6" name="Google Shape;700;p 2"/>
            <p:cNvSpPr/>
            <p:nvPr/>
          </p:nvSpPr>
          <p:spPr>
            <a:xfrm>
              <a:off x="6552000" y="2410560"/>
              <a:ext cx="761760" cy="3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2129" h="1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noFill/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7" name="Google Shape;701;p 2"/>
            <p:cNvSpPr/>
            <p:nvPr/>
          </p:nvSpPr>
          <p:spPr>
            <a:xfrm>
              <a:off x="7291800" y="2904480"/>
              <a:ext cx="149760" cy="16344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63440"/>
                <a:gd name="textAreaBottom" fmla="*/ 163800 h 163440"/>
              </a:gdLst>
              <a:ahLst/>
              <a:rect l="textAreaLeft" t="textAreaTop" r="textAreaRight" b="textAreaBottom"/>
              <a:pathLst>
                <a:path w="2372" h="2587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0706f"/>
                </a:gs>
                <a:gs pos="100000">
                  <a:srgbClr val="d36980"/>
                </a:gs>
              </a:gsLst>
              <a:lin ang="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Google Shape;702;p 2"/>
            <p:cNvSpPr/>
            <p:nvPr/>
          </p:nvSpPr>
          <p:spPr>
            <a:xfrm>
              <a:off x="5609160" y="236124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9" name="Google Shape;703;p 2"/>
            <p:cNvSpPr/>
            <p:nvPr/>
          </p:nvSpPr>
          <p:spPr>
            <a:xfrm>
              <a:off x="5609160" y="275472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0" name="Google Shape;704;p 2"/>
            <p:cNvSpPr/>
            <p:nvPr/>
          </p:nvSpPr>
          <p:spPr>
            <a:xfrm>
              <a:off x="5609160" y="314172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1" name="Google Shape;705;p 2"/>
            <p:cNvSpPr/>
            <p:nvPr/>
          </p:nvSpPr>
          <p:spPr>
            <a:xfrm>
              <a:off x="5609160" y="352836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2" name="Google Shape;706;p 2"/>
            <p:cNvSpPr/>
            <p:nvPr/>
          </p:nvSpPr>
          <p:spPr>
            <a:xfrm>
              <a:off x="5609160" y="391500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702000" y="1488240"/>
            <a:ext cx="36025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Proposta de Valor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702000" y="2077920"/>
            <a:ext cx="3602520" cy="17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242424"/>
                </a:solidFill>
                <a:latin typeface="Quicksand"/>
                <a:ea typeface="Quicksand"/>
              </a:rPr>
              <a:t>Acessibilidade é um ponto fundamental para garantir a internet como ferramenta disponível para todos os públicos. Desse modo, o PixelGame entrega valor aos seus usuários assegurando que, independente de suas limitações, consigam acessar o sistema e jogos disponívels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5" name="Google Shape;709;p 2"/>
          <p:cNvGrpSpPr/>
          <p:nvPr/>
        </p:nvGrpSpPr>
        <p:grpSpPr>
          <a:xfrm>
            <a:off x="4766040" y="1319760"/>
            <a:ext cx="2862360" cy="2707200"/>
            <a:chOff x="4766040" y="1319760"/>
            <a:chExt cx="2862360" cy="2707200"/>
          </a:xfrm>
        </p:grpSpPr>
        <p:sp>
          <p:nvSpPr>
            <p:cNvPr id="596" name="Google Shape;710;p 2"/>
            <p:cNvSpPr/>
            <p:nvPr/>
          </p:nvSpPr>
          <p:spPr>
            <a:xfrm>
              <a:off x="4766040" y="1319760"/>
              <a:ext cx="2859480" cy="2707200"/>
            </a:xfrm>
            <a:prstGeom prst="roundRect">
              <a:avLst>
                <a:gd name="adj" fmla="val 4850"/>
              </a:avLst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7" name="Google Shape;711;p 2"/>
            <p:cNvSpPr/>
            <p:nvPr/>
          </p:nvSpPr>
          <p:spPr>
            <a:xfrm>
              <a:off x="5743800" y="3443760"/>
              <a:ext cx="851760" cy="49644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8" name="Google Shape;712;p 2"/>
            <p:cNvSpPr/>
            <p:nvPr/>
          </p:nvSpPr>
          <p:spPr>
            <a:xfrm>
              <a:off x="6669360" y="3443760"/>
              <a:ext cx="851760" cy="49644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9" name="Google Shape;713;p 2"/>
            <p:cNvSpPr/>
            <p:nvPr/>
          </p:nvSpPr>
          <p:spPr>
            <a:xfrm>
              <a:off x="5743080" y="1926720"/>
              <a:ext cx="1764720" cy="1456920"/>
            </a:xfrm>
            <a:prstGeom prst="rect">
              <a:avLst/>
            </a:pr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0" name="Google Shape;714;p 2"/>
            <p:cNvSpPr/>
            <p:nvPr/>
          </p:nvSpPr>
          <p:spPr>
            <a:xfrm>
              <a:off x="4766760" y="1586160"/>
              <a:ext cx="2861640" cy="36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1" name="Google Shape;715;p 2"/>
            <p:cNvSpPr/>
            <p:nvPr/>
          </p:nvSpPr>
          <p:spPr>
            <a:xfrm>
              <a:off x="4766760" y="1849680"/>
              <a:ext cx="2861640" cy="36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4288" h="1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2" name="Google Shape;716;p 2"/>
            <p:cNvSpPr/>
            <p:nvPr/>
          </p:nvSpPr>
          <p:spPr>
            <a:xfrm>
              <a:off x="4889160" y="1431360"/>
              <a:ext cx="49320" cy="47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3" name="Google Shape;717;p 2"/>
            <p:cNvSpPr/>
            <p:nvPr/>
          </p:nvSpPr>
          <p:spPr>
            <a:xfrm>
              <a:off x="4996080" y="1431360"/>
              <a:ext cx="49320" cy="47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91" h="761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4" name="Google Shape;718;p 2"/>
            <p:cNvSpPr/>
            <p:nvPr/>
          </p:nvSpPr>
          <p:spPr>
            <a:xfrm>
              <a:off x="5104800" y="14313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fill="none" w="761" h="761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5" name="Google Shape;719;p 2"/>
            <p:cNvSpPr/>
            <p:nvPr/>
          </p:nvSpPr>
          <p:spPr>
            <a:xfrm>
              <a:off x="4894560" y="1717920"/>
              <a:ext cx="339840" cy="36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2" h="1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6" name="Google Shape;720;p 2"/>
            <p:cNvSpPr/>
            <p:nvPr/>
          </p:nvSpPr>
          <p:spPr>
            <a:xfrm>
              <a:off x="5408640" y="1717920"/>
              <a:ext cx="337680" cy="36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7" name="Google Shape;721;p 2"/>
            <p:cNvSpPr/>
            <p:nvPr/>
          </p:nvSpPr>
          <p:spPr>
            <a:xfrm>
              <a:off x="5920560" y="1717920"/>
              <a:ext cx="337680" cy="36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381" h="1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8" name="Google Shape;722;p 2"/>
            <p:cNvSpPr/>
            <p:nvPr/>
          </p:nvSpPr>
          <p:spPr>
            <a:xfrm>
              <a:off x="6432480" y="1717920"/>
              <a:ext cx="339840" cy="36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411" h="1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9" name="Google Shape;723;p 2"/>
            <p:cNvSpPr/>
            <p:nvPr/>
          </p:nvSpPr>
          <p:spPr>
            <a:xfrm>
              <a:off x="5668200" y="1849680"/>
              <a:ext cx="360" cy="21772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77280"/>
                <a:gd name="textAreaBottom" fmla="*/ 2177640 h 2177280"/>
              </a:gdLst>
              <a:ahLst/>
              <a:rect l="textAreaLeft" t="textAreaTop" r="textAreaRight" b="textAreaBottom"/>
              <a:pathLst>
                <a:path fill="none" w="0" h="34652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0" name="Google Shape;724;p 2"/>
            <p:cNvSpPr/>
            <p:nvPr/>
          </p:nvSpPr>
          <p:spPr>
            <a:xfrm>
              <a:off x="4766760" y="223740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1" name="Google Shape;725;p 2"/>
            <p:cNvSpPr/>
            <p:nvPr/>
          </p:nvSpPr>
          <p:spPr>
            <a:xfrm>
              <a:off x="4766760" y="262512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Google Shape;726;p 2"/>
            <p:cNvSpPr/>
            <p:nvPr/>
          </p:nvSpPr>
          <p:spPr>
            <a:xfrm>
              <a:off x="4766760" y="301104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3" name="Google Shape;727;p 2"/>
            <p:cNvSpPr/>
            <p:nvPr/>
          </p:nvSpPr>
          <p:spPr>
            <a:xfrm>
              <a:off x="4766760" y="339876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4" name="Google Shape;728;p 2"/>
            <p:cNvSpPr/>
            <p:nvPr/>
          </p:nvSpPr>
          <p:spPr>
            <a:xfrm>
              <a:off x="4766760" y="3784680"/>
              <a:ext cx="901080" cy="360"/>
            </a:xfrm>
            <a:custGeom>
              <a:avLst/>
              <a:gdLst>
                <a:gd name="textAreaLeft" fmla="*/ 0 w 901080"/>
                <a:gd name="textAreaRight" fmla="*/ 901440 w 901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4347" h="1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5" name="Google Shape;729;p 2"/>
            <p:cNvSpPr/>
            <p:nvPr/>
          </p:nvSpPr>
          <p:spPr>
            <a:xfrm>
              <a:off x="5099040" y="201204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6" name="Google Shape;730;p 2"/>
            <p:cNvSpPr/>
            <p:nvPr/>
          </p:nvSpPr>
          <p:spPr>
            <a:xfrm>
              <a:off x="5099040" y="2075040"/>
              <a:ext cx="362520" cy="36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776" h="1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7" name="Google Shape;731;p 2"/>
            <p:cNvSpPr/>
            <p:nvPr/>
          </p:nvSpPr>
          <p:spPr>
            <a:xfrm>
              <a:off x="5099040" y="239976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Google Shape;732;p 2"/>
            <p:cNvSpPr/>
            <p:nvPr/>
          </p:nvSpPr>
          <p:spPr>
            <a:xfrm>
              <a:off x="5099040" y="246276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Google Shape;733;p 2"/>
            <p:cNvSpPr/>
            <p:nvPr/>
          </p:nvSpPr>
          <p:spPr>
            <a:xfrm>
              <a:off x="5099040" y="278748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0" name="Google Shape;734;p 2"/>
            <p:cNvSpPr/>
            <p:nvPr/>
          </p:nvSpPr>
          <p:spPr>
            <a:xfrm>
              <a:off x="5099040" y="2848680"/>
              <a:ext cx="301320" cy="36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4803" h="1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Google Shape;735;p 2"/>
            <p:cNvSpPr/>
            <p:nvPr/>
          </p:nvSpPr>
          <p:spPr>
            <a:xfrm>
              <a:off x="5099040" y="317340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2" name="Google Shape;736;p 2"/>
            <p:cNvSpPr/>
            <p:nvPr/>
          </p:nvSpPr>
          <p:spPr>
            <a:xfrm>
              <a:off x="5099040" y="3236400"/>
              <a:ext cx="225000" cy="36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3587" h="1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3" name="Google Shape;737;p 2"/>
            <p:cNvSpPr/>
            <p:nvPr/>
          </p:nvSpPr>
          <p:spPr>
            <a:xfrm>
              <a:off x="5099040" y="3561120"/>
              <a:ext cx="452160" cy="3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7204" h="1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Google Shape;738;p 2"/>
            <p:cNvSpPr/>
            <p:nvPr/>
          </p:nvSpPr>
          <p:spPr>
            <a:xfrm>
              <a:off x="5099040" y="3622320"/>
              <a:ext cx="362520" cy="36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5776" h="1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Google Shape;739;p 2"/>
            <p:cNvSpPr/>
            <p:nvPr/>
          </p:nvSpPr>
          <p:spPr>
            <a:xfrm>
              <a:off x="5743800" y="3574440"/>
              <a:ext cx="851760" cy="301680"/>
            </a:xfrm>
            <a:custGeom>
              <a:avLst/>
              <a:gdLst>
                <a:gd name="textAreaLeft" fmla="*/ 0 w 851760"/>
                <a:gd name="textAreaRight" fmla="*/ 852120 w 851760"/>
                <a:gd name="textAreaTop" fmla="*/ 0 h 301680"/>
                <a:gd name="textAreaBottom" fmla="*/ 302040 h 3016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6" name="Google Shape;740;p 2"/>
            <p:cNvSpPr/>
            <p:nvPr/>
          </p:nvSpPr>
          <p:spPr>
            <a:xfrm>
              <a:off x="5866920" y="3561120"/>
              <a:ext cx="89280" cy="89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89640"/>
                <a:gd name="textAreaBottom" fmla="*/ 90000 h 89640"/>
              </a:gdLst>
              <a:ahLst/>
              <a:rect l="textAreaLeft" t="textAreaTop" r="textAreaRight" b="textAreaBottom"/>
              <a:pathLst>
                <a:path fill="none" w="1429" h="143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Google Shape;741;p 2"/>
            <p:cNvSpPr/>
            <p:nvPr/>
          </p:nvSpPr>
          <p:spPr>
            <a:xfrm>
              <a:off x="6669360" y="3574440"/>
              <a:ext cx="851760" cy="301680"/>
            </a:xfrm>
            <a:custGeom>
              <a:avLst/>
              <a:gdLst>
                <a:gd name="textAreaLeft" fmla="*/ 0 w 851760"/>
                <a:gd name="textAreaRight" fmla="*/ 852120 w 851760"/>
                <a:gd name="textAreaTop" fmla="*/ 0 h 301680"/>
                <a:gd name="textAreaBottom" fmla="*/ 302040 h 301680"/>
              </a:gdLst>
              <a:ahLst/>
              <a:rect l="textAreaLeft" t="textAreaTop" r="textAreaRight" b="textAreaBottom"/>
              <a:pathLst>
                <a:path fill="none" w="13558" h="4804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8" name="Google Shape;742;p 2"/>
            <p:cNvSpPr/>
            <p:nvPr/>
          </p:nvSpPr>
          <p:spPr>
            <a:xfrm>
              <a:off x="6785640" y="3561120"/>
              <a:ext cx="91440" cy="896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89640"/>
                <a:gd name="textAreaBottom" fmla="*/ 90000 h 89640"/>
              </a:gdLst>
              <a:ahLst/>
              <a:rect l="textAreaLeft" t="textAreaTop" r="textAreaRight" b="textAreaBottom"/>
              <a:pathLst>
                <a:path fill="none" w="1460" h="143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9" name="Google Shape;743;p 2"/>
            <p:cNvSpPr/>
            <p:nvPr/>
          </p:nvSpPr>
          <p:spPr>
            <a:xfrm>
              <a:off x="6459120" y="2417040"/>
              <a:ext cx="341640" cy="3416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41640"/>
                <a:gd name="textAreaBottom" fmla="*/ 342000 h 341640"/>
              </a:gdLst>
              <a:ahLst/>
              <a:rect l="textAreaLeft" t="textAreaTop" r="textAreaRight" b="textAreaBottom"/>
              <a:pathLst>
                <a:path fill="none" w="5442" h="5441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Google Shape;744;p 2"/>
            <p:cNvSpPr/>
            <p:nvPr/>
          </p:nvSpPr>
          <p:spPr>
            <a:xfrm>
              <a:off x="5830560" y="2012040"/>
              <a:ext cx="761760" cy="3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fill="none" w="12129" h="1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Google Shape;745;p 2"/>
            <p:cNvSpPr/>
            <p:nvPr/>
          </p:nvSpPr>
          <p:spPr>
            <a:xfrm>
              <a:off x="6570360" y="2506320"/>
              <a:ext cx="149760" cy="16344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63440"/>
                <a:gd name="textAreaBottom" fmla="*/ 163800 h 163440"/>
              </a:gdLst>
              <a:ahLst/>
              <a:rect l="textAreaLeft" t="textAreaTop" r="textAreaRight" b="textAreaBottom"/>
              <a:pathLst>
                <a:path w="2372" h="2587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2" name="Google Shape;746;p 2"/>
            <p:cNvSpPr/>
            <p:nvPr/>
          </p:nvSpPr>
          <p:spPr>
            <a:xfrm>
              <a:off x="4887360" y="196308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Google Shape;747;p 2"/>
            <p:cNvSpPr/>
            <p:nvPr/>
          </p:nvSpPr>
          <p:spPr>
            <a:xfrm>
              <a:off x="4887360" y="235656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4" name="Google Shape;748;p 2"/>
            <p:cNvSpPr/>
            <p:nvPr/>
          </p:nvSpPr>
          <p:spPr>
            <a:xfrm>
              <a:off x="4887360" y="274320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5" name="Google Shape;749;p 2"/>
            <p:cNvSpPr/>
            <p:nvPr/>
          </p:nvSpPr>
          <p:spPr>
            <a:xfrm>
              <a:off x="4887360" y="312984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6" name="Google Shape;750;p 2"/>
            <p:cNvSpPr/>
            <p:nvPr/>
          </p:nvSpPr>
          <p:spPr>
            <a:xfrm>
              <a:off x="4887360" y="3516840"/>
              <a:ext cx="149760" cy="14976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49760"/>
                <a:gd name="textAreaBottom" fmla="*/ 150120 h 149760"/>
              </a:gdLst>
              <a:ahLst/>
              <a:rect l="textAreaLeft" t="textAreaTop" r="textAreaRight" b="textAreaBottom"/>
              <a:pathLst>
                <a:path w="3891" h="3891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d36980"/>
                </a:gs>
                <a:gs pos="100000">
                  <a:srgbClr val="f7ed8b"/>
                </a:gs>
              </a:gsLst>
              <a:lin ang="8094000"/>
            </a:gradFill>
            <a:ln w="9525">
              <a:solidFill>
                <a:srgbClr val="ab284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2026-06-20T01:06:44Z</dcterms:modified>
  <cp:revision>1</cp:revision>
  <dc:subject/>
  <dc:title/>
</cp:coreProperties>
</file>